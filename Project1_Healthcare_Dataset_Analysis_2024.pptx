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sldIdLst>
    <p:sldId id="257" r:id="rId5"/>
    <p:sldId id="258" r:id="rId6"/>
    <p:sldId id="260" r:id="rId7"/>
    <p:sldId id="262" r:id="rId8"/>
    <p:sldId id="290" r:id="rId9"/>
    <p:sldId id="291" r:id="rId10"/>
    <p:sldId id="281" r:id="rId11"/>
    <p:sldId id="275" r:id="rId12"/>
    <p:sldId id="263" r:id="rId13"/>
    <p:sldId id="277" r:id="rId14"/>
    <p:sldId id="282" r:id="rId15"/>
    <p:sldId id="276" r:id="rId16"/>
    <p:sldId id="287" r:id="rId17"/>
    <p:sldId id="272" r:id="rId18"/>
    <p:sldId id="288" r:id="rId19"/>
    <p:sldId id="279" r:id="rId20"/>
    <p:sldId id="289" r:id="rId21"/>
    <p:sldId id="278" r:id="rId22"/>
    <p:sldId id="285" r:id="rId23"/>
    <p:sldId id="292" r:id="rId24"/>
    <p:sldId id="27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8BFF"/>
    <a:srgbClr val="F4E1FF"/>
    <a:srgbClr val="C15FFD"/>
    <a:srgbClr val="7C51D3"/>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2DE63D5-997A-4646-A377-4702673A728D}">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14" autoAdjust="0"/>
  </p:normalViewPr>
  <p:slideViewPr>
    <p:cSldViewPr snapToGrid="0">
      <p:cViewPr varScale="1">
        <p:scale>
          <a:sx n="70" d="100"/>
          <a:sy n="70" d="100"/>
        </p:scale>
        <p:origin x="738" y="60"/>
      </p:cViewPr>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Excel%20Class\Excel%20Task\Project1_healthcare_messy_dataset_5700.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Excel%20Class\Excel%20Task\Project1_healthcare_messy_dataset_5700.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Excel%20Class\Excel%20Task\Project1_healthcare_messy_dataset_5700.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Excel%20Class\Excel%20Task\Project1_healthcare_messy_dataset_5700.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Excel%20Class\Excel%20Task\Project1_healthcare_messy_dataset_5700.xlsx" TargetMode="External"/><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349"/>
        <c:holeSize val="83"/>
      </c:doughnutChart>
      <c:spPr>
        <a:noFill/>
        <a:ln w="25400">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[Project1_healthcare_messy_dataset_5700.xlsx]Pivot_Tables!PivotTable1</c:name>
    <c:fmtId val="55"/>
  </c:pivotSource>
  <c:chart>
    <c:autoTitleDeleted val="1"/>
    <c:pivotFmts>
      <c:pivotFmt>
        <c:idx val="0"/>
        <c:spPr>
          <a:solidFill>
            <a:schemeClr val="accent5">
              <a:lumMod val="75000"/>
            </a:schemeClr>
          </a:solidFill>
          <a:ln>
            <a:solidFill>
              <a:schemeClr val="accent5">
                <a:lumMod val="75000"/>
              </a:schemeClr>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b="1"/>
                  <a:t>68.21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2"/>
        <c:spPr>
          <a:solidFill>
            <a:schemeClr val="accent5">
              <a:lumMod val="75000"/>
            </a:schemeClr>
          </a:solidFill>
          <a:ln>
            <a:solidFill>
              <a:schemeClr val="accent5">
                <a:lumMod val="75000"/>
              </a:schemeClr>
            </a:solidFill>
          </a:ln>
          <a:effectLst/>
        </c:spPr>
        <c:dLbl>
          <c:idx val="0"/>
          <c:layout>
            <c:manualLayout>
              <c:x val="-2.2637234221936871E-2"/>
              <c:y val="0"/>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b="1"/>
                  <a:t>63.36</a:t>
                </a:r>
                <a:r>
                  <a:rPr lang="en-US" b="1" baseline="0"/>
                  <a:t> L</a:t>
                </a:r>
                <a:endParaRPr lang="en-US" b="1"/>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3"/>
        <c:spPr>
          <a:solidFill>
            <a:schemeClr val="accent5">
              <a:lumMod val="75000"/>
            </a:schemeClr>
          </a:solidFill>
          <a:ln>
            <a:solidFill>
              <a:schemeClr val="accent5">
                <a:lumMod val="75000"/>
              </a:schemeClr>
            </a:solidFill>
          </a:ln>
          <a:effectLst/>
        </c:spPr>
        <c:dLbl>
          <c:idx val="0"/>
          <c:layout>
            <c:manualLayout>
              <c:x val="1.3582340533162122E-2"/>
              <c:y val="4.365028939892569E-17"/>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b="1"/>
                  <a:t>61.97</a:t>
                </a:r>
                <a:r>
                  <a:rPr lang="en-US" b="1" baseline="0"/>
                  <a:t> L</a:t>
                </a:r>
                <a:endParaRPr lang="en-US" b="1"/>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4"/>
        <c:spPr>
          <a:solidFill>
            <a:schemeClr val="accent5">
              <a:lumMod val="75000"/>
            </a:schemeClr>
          </a:solidFill>
          <a:ln>
            <a:solidFill>
              <a:schemeClr val="accent5">
                <a:lumMod val="75000"/>
              </a:schemeClr>
            </a:solidFill>
          </a:ln>
          <a:effectLst/>
        </c:spPr>
        <c:dLbl>
          <c:idx val="0"/>
          <c:layout>
            <c:manualLayout>
              <c:x val="1.8109787377549497E-2"/>
              <c:y val="0"/>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b="1"/>
                  <a:t>62.22</a:t>
                </a:r>
                <a:r>
                  <a:rPr lang="en-US" b="1" baseline="0"/>
                  <a:t> L</a:t>
                </a:r>
                <a:endParaRPr lang="en-US" b="1"/>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5"/>
        <c:spPr>
          <a:solidFill>
            <a:schemeClr val="accent5">
              <a:lumMod val="75000"/>
            </a:schemeClr>
          </a:solidFill>
          <a:ln>
            <a:solidFill>
              <a:schemeClr val="accent5">
                <a:lumMod val="75000"/>
              </a:schemeClr>
            </a:solidFill>
          </a:ln>
          <a:effectLst/>
        </c:spPr>
        <c:dLbl>
          <c:idx val="0"/>
          <c:layout>
            <c:manualLayout>
              <c:x val="2.7164681066324244E-2"/>
              <c:y val="0"/>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b="1"/>
                  <a:t>63.49</a:t>
                </a:r>
                <a:r>
                  <a:rPr lang="en-US" b="1" baseline="0"/>
                  <a:t> L</a:t>
                </a:r>
                <a:endParaRPr lang="en-US" b="1"/>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6"/>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b="1"/>
                  <a:t>72.52</a:t>
                </a:r>
                <a:r>
                  <a:rPr lang="en-US" b="1" baseline="0"/>
                  <a:t> L</a:t>
                </a:r>
                <a:endParaRPr lang="en-US" b="1"/>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7"/>
        <c:spPr>
          <a:solidFill>
            <a:schemeClr val="accent5">
              <a:lumMod val="75000"/>
            </a:schemeClr>
          </a:solidFill>
          <a:ln>
            <a:solidFill>
              <a:schemeClr val="accent5">
                <a:lumMod val="75000"/>
              </a:schemeClr>
            </a:solidFill>
          </a:ln>
          <a:effectLst/>
        </c:spPr>
        <c:dLbl>
          <c:idx val="0"/>
          <c:layout>
            <c:manualLayout>
              <c:x val="2.2637234221936871E-2"/>
              <c:y val="0"/>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b="1"/>
                  <a:t>64.67</a:t>
                </a:r>
                <a:r>
                  <a:rPr lang="en-US" b="1" baseline="0"/>
                  <a:t> L</a:t>
                </a:r>
                <a:endParaRPr lang="en-US" b="1"/>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8"/>
        <c:spPr>
          <a:solidFill>
            <a:schemeClr val="accent5">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68.21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10"/>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63.36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11"/>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61.97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12"/>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62.22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13"/>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63.49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14"/>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72.52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15"/>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64.67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16"/>
        <c:spPr>
          <a:solidFill>
            <a:schemeClr val="accent5">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68.21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18"/>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63.36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19"/>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61.97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20"/>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62.22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21"/>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63.49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22"/>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72.52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23"/>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64.67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24"/>
        <c:spPr>
          <a:solidFill>
            <a:schemeClr val="accent5">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5"/>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68.21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26"/>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63.36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27"/>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61.97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28"/>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62.22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29"/>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63.49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30"/>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72.52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31"/>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64.67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32"/>
        <c:spPr>
          <a:solidFill>
            <a:schemeClr val="accent5">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3"/>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68.21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34"/>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63.36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35"/>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61.97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36"/>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62.22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37"/>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63.49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38"/>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72.52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39"/>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64.67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40"/>
        <c:spPr>
          <a:solidFill>
            <a:schemeClr val="accent5">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1"/>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68.21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42"/>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63.36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43"/>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61.97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44"/>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62.22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45"/>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63.49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46"/>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72.52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47"/>
        <c:spPr>
          <a:solidFill>
            <a:schemeClr val="accent5">
              <a:lumMod val="75000"/>
            </a:schemeClr>
          </a:solidFill>
          <a:ln>
            <a:no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64.67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48"/>
        <c:spPr>
          <a:solidFill>
            <a:schemeClr val="accent5">
              <a:lumMod val="75000"/>
            </a:schemeClr>
          </a:solidFill>
          <a:ln>
            <a:solidFill>
              <a:schemeClr val="accent5">
                <a:lumMod val="75000"/>
              </a:schemeClr>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9"/>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b="1"/>
                  <a:t>68.2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50"/>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63.4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51"/>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62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52"/>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62.2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53"/>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63.5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54"/>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72.5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55"/>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64.7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56"/>
        <c:spPr>
          <a:solidFill>
            <a:schemeClr val="accent5">
              <a:lumMod val="75000"/>
            </a:schemeClr>
          </a:solidFill>
          <a:ln>
            <a:solidFill>
              <a:schemeClr val="accent5">
                <a:lumMod val="75000"/>
              </a:schemeClr>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7"/>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b="1"/>
                  <a:t>68.2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58"/>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63.4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59"/>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62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60"/>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62.2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61"/>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63.5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62"/>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72.5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63"/>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64.7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64"/>
        <c:spPr>
          <a:solidFill>
            <a:schemeClr val="accent5">
              <a:lumMod val="75000"/>
            </a:schemeClr>
          </a:solidFill>
          <a:ln>
            <a:solidFill>
              <a:schemeClr val="accent5">
                <a:lumMod val="75000"/>
              </a:schemeClr>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5"/>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b="1"/>
                  <a:t>68.2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66"/>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63.4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67"/>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62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68"/>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62.2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69"/>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63.5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70"/>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72.5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71"/>
        <c:spPr>
          <a:solidFill>
            <a:schemeClr val="accent5">
              <a:lumMod val="75000"/>
            </a:schemeClr>
          </a:solidFill>
          <a:ln>
            <a:solidFill>
              <a:schemeClr val="accent5">
                <a:lumMod val="75000"/>
              </a:schemeClr>
            </a:solidFill>
          </a:ln>
          <a:effectLst/>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64.7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howDataLabelsRange val="0"/>
            </c:ext>
          </c:extLst>
        </c:dLbl>
      </c:pivotFmt>
    </c:pivotFmts>
    <c:plotArea>
      <c:layout/>
      <c:barChart>
        <c:barDir val="col"/>
        <c:grouping val="clustered"/>
        <c:varyColors val="0"/>
        <c:ser>
          <c:idx val="0"/>
          <c:order val="0"/>
          <c:tx>
            <c:strRef>
              <c:f>Pivot_Tables!$B$3</c:f>
              <c:strCache>
                <c:ptCount val="1"/>
                <c:pt idx="0">
                  <c:v>Total</c:v>
                </c:pt>
              </c:strCache>
            </c:strRef>
          </c:tx>
          <c:spPr>
            <a:solidFill>
              <a:schemeClr val="tx2">
                <a:lumMod val="75000"/>
                <a:lumOff val="25000"/>
              </a:schemeClr>
            </a:solidFill>
            <a:ln>
              <a:solidFill>
                <a:schemeClr val="tx2">
                  <a:lumMod val="75000"/>
                  <a:lumOff val="25000"/>
                </a:schemeClr>
              </a:solidFill>
            </a:ln>
            <a:effectLst/>
          </c:spPr>
          <c:invertIfNegative val="0"/>
          <c:dPt>
            <c:idx val="0"/>
            <c:invertIfNegative val="0"/>
            <c:bubble3D val="0"/>
            <c:spPr>
              <a:solidFill>
                <a:schemeClr val="tx2">
                  <a:lumMod val="75000"/>
                  <a:lumOff val="25000"/>
                </a:schemeClr>
              </a:solidFill>
              <a:ln>
                <a:solidFill>
                  <a:schemeClr val="tx2">
                    <a:lumMod val="75000"/>
                    <a:lumOff val="25000"/>
                  </a:schemeClr>
                </a:solidFill>
              </a:ln>
              <a:effectLst/>
            </c:spPr>
            <c:extLst>
              <c:ext xmlns:c16="http://schemas.microsoft.com/office/drawing/2014/chart" uri="{C3380CC4-5D6E-409C-BE32-E72D297353CC}">
                <c16:uniqueId val="{00000001-FF13-4A16-B36B-062B9F5D4084}"/>
              </c:ext>
            </c:extLst>
          </c:dPt>
          <c:dPt>
            <c:idx val="1"/>
            <c:invertIfNegative val="0"/>
            <c:bubble3D val="0"/>
            <c:spPr>
              <a:solidFill>
                <a:schemeClr val="tx2">
                  <a:lumMod val="75000"/>
                  <a:lumOff val="25000"/>
                </a:schemeClr>
              </a:solidFill>
              <a:ln>
                <a:solidFill>
                  <a:schemeClr val="tx2">
                    <a:lumMod val="75000"/>
                    <a:lumOff val="25000"/>
                  </a:schemeClr>
                </a:solidFill>
              </a:ln>
              <a:effectLst/>
            </c:spPr>
            <c:extLst>
              <c:ext xmlns:c16="http://schemas.microsoft.com/office/drawing/2014/chart" uri="{C3380CC4-5D6E-409C-BE32-E72D297353CC}">
                <c16:uniqueId val="{00000003-FF13-4A16-B36B-062B9F5D4084}"/>
              </c:ext>
            </c:extLst>
          </c:dPt>
          <c:dPt>
            <c:idx val="2"/>
            <c:invertIfNegative val="0"/>
            <c:bubble3D val="0"/>
            <c:spPr>
              <a:solidFill>
                <a:schemeClr val="tx2">
                  <a:lumMod val="75000"/>
                  <a:lumOff val="25000"/>
                </a:schemeClr>
              </a:solidFill>
              <a:ln>
                <a:solidFill>
                  <a:schemeClr val="tx2">
                    <a:lumMod val="75000"/>
                    <a:lumOff val="25000"/>
                  </a:schemeClr>
                </a:solidFill>
              </a:ln>
              <a:effectLst/>
            </c:spPr>
            <c:extLst>
              <c:ext xmlns:c16="http://schemas.microsoft.com/office/drawing/2014/chart" uri="{C3380CC4-5D6E-409C-BE32-E72D297353CC}">
                <c16:uniqueId val="{00000005-FF13-4A16-B36B-062B9F5D4084}"/>
              </c:ext>
            </c:extLst>
          </c:dPt>
          <c:dPt>
            <c:idx val="3"/>
            <c:invertIfNegative val="0"/>
            <c:bubble3D val="0"/>
            <c:spPr>
              <a:solidFill>
                <a:schemeClr val="tx2">
                  <a:lumMod val="75000"/>
                  <a:lumOff val="25000"/>
                </a:schemeClr>
              </a:solidFill>
              <a:ln>
                <a:solidFill>
                  <a:schemeClr val="tx2">
                    <a:lumMod val="75000"/>
                    <a:lumOff val="25000"/>
                  </a:schemeClr>
                </a:solidFill>
              </a:ln>
              <a:effectLst/>
            </c:spPr>
            <c:extLst>
              <c:ext xmlns:c16="http://schemas.microsoft.com/office/drawing/2014/chart" uri="{C3380CC4-5D6E-409C-BE32-E72D297353CC}">
                <c16:uniqueId val="{00000007-FF13-4A16-B36B-062B9F5D4084}"/>
              </c:ext>
            </c:extLst>
          </c:dPt>
          <c:dPt>
            <c:idx val="4"/>
            <c:invertIfNegative val="0"/>
            <c:bubble3D val="0"/>
            <c:spPr>
              <a:solidFill>
                <a:schemeClr val="tx2">
                  <a:lumMod val="75000"/>
                  <a:lumOff val="25000"/>
                </a:schemeClr>
              </a:solidFill>
              <a:ln>
                <a:solidFill>
                  <a:schemeClr val="tx2">
                    <a:lumMod val="75000"/>
                    <a:lumOff val="25000"/>
                  </a:schemeClr>
                </a:solidFill>
              </a:ln>
              <a:effectLst/>
            </c:spPr>
            <c:extLst>
              <c:ext xmlns:c16="http://schemas.microsoft.com/office/drawing/2014/chart" uri="{C3380CC4-5D6E-409C-BE32-E72D297353CC}">
                <c16:uniqueId val="{00000009-FF13-4A16-B36B-062B9F5D4084}"/>
              </c:ext>
            </c:extLst>
          </c:dPt>
          <c:dPt>
            <c:idx val="5"/>
            <c:invertIfNegative val="0"/>
            <c:bubble3D val="0"/>
            <c:spPr>
              <a:solidFill>
                <a:schemeClr val="tx2">
                  <a:lumMod val="75000"/>
                  <a:lumOff val="25000"/>
                </a:schemeClr>
              </a:solidFill>
              <a:ln>
                <a:solidFill>
                  <a:schemeClr val="tx2">
                    <a:lumMod val="75000"/>
                    <a:lumOff val="25000"/>
                  </a:schemeClr>
                </a:solidFill>
              </a:ln>
              <a:effectLst/>
            </c:spPr>
            <c:extLst>
              <c:ext xmlns:c16="http://schemas.microsoft.com/office/drawing/2014/chart" uri="{C3380CC4-5D6E-409C-BE32-E72D297353CC}">
                <c16:uniqueId val="{0000000B-FF13-4A16-B36B-062B9F5D4084}"/>
              </c:ext>
            </c:extLst>
          </c:dPt>
          <c:dPt>
            <c:idx val="6"/>
            <c:invertIfNegative val="0"/>
            <c:bubble3D val="0"/>
            <c:spPr>
              <a:solidFill>
                <a:schemeClr val="tx2">
                  <a:lumMod val="75000"/>
                  <a:lumOff val="25000"/>
                </a:schemeClr>
              </a:solidFill>
              <a:ln>
                <a:solidFill>
                  <a:schemeClr val="tx2">
                    <a:lumMod val="75000"/>
                    <a:lumOff val="25000"/>
                  </a:schemeClr>
                </a:solidFill>
              </a:ln>
              <a:effectLst/>
            </c:spPr>
            <c:extLst>
              <c:ext xmlns:c16="http://schemas.microsoft.com/office/drawing/2014/chart" uri="{C3380CC4-5D6E-409C-BE32-E72D297353CC}">
                <c16:uniqueId val="{0000000D-FF13-4A16-B36B-062B9F5D4084}"/>
              </c:ext>
            </c:extLst>
          </c:dPt>
          <c:dLbls>
            <c:dLbl>
              <c:idx val="0"/>
              <c:tx>
                <c:rich>
                  <a:bodyPr/>
                  <a:lstStyle/>
                  <a:p>
                    <a:r>
                      <a:rPr lang="en-US" b="1"/>
                      <a:t>68.2 L</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FF13-4A16-B36B-062B9F5D4084}"/>
                </c:ext>
              </c:extLst>
            </c:dLbl>
            <c:dLbl>
              <c:idx val="1"/>
              <c:tx>
                <c:rich>
                  <a:bodyPr/>
                  <a:lstStyle/>
                  <a:p>
                    <a:r>
                      <a:rPr lang="en-US"/>
                      <a:t>63.4 L</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FF13-4A16-B36B-062B9F5D4084}"/>
                </c:ext>
              </c:extLst>
            </c:dLbl>
            <c:dLbl>
              <c:idx val="2"/>
              <c:tx>
                <c:rich>
                  <a:bodyPr/>
                  <a:lstStyle/>
                  <a:p>
                    <a:r>
                      <a:rPr lang="en-US"/>
                      <a:t>62 L</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FF13-4A16-B36B-062B9F5D4084}"/>
                </c:ext>
              </c:extLst>
            </c:dLbl>
            <c:dLbl>
              <c:idx val="3"/>
              <c:tx>
                <c:rich>
                  <a:bodyPr/>
                  <a:lstStyle/>
                  <a:p>
                    <a:r>
                      <a:rPr lang="en-US"/>
                      <a:t>62.2 L</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FF13-4A16-B36B-062B9F5D4084}"/>
                </c:ext>
              </c:extLst>
            </c:dLbl>
            <c:dLbl>
              <c:idx val="4"/>
              <c:tx>
                <c:rich>
                  <a:bodyPr/>
                  <a:lstStyle/>
                  <a:p>
                    <a:r>
                      <a:rPr lang="en-US"/>
                      <a:t>63.5 L</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FF13-4A16-B36B-062B9F5D4084}"/>
                </c:ext>
              </c:extLst>
            </c:dLbl>
            <c:dLbl>
              <c:idx val="5"/>
              <c:tx>
                <c:rich>
                  <a:bodyPr/>
                  <a:lstStyle/>
                  <a:p>
                    <a:r>
                      <a:rPr lang="en-US"/>
                      <a:t>72.5 L</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FF13-4A16-B36B-062B9F5D4084}"/>
                </c:ext>
              </c:extLst>
            </c:dLbl>
            <c:dLbl>
              <c:idx val="6"/>
              <c:tx>
                <c:rich>
                  <a:bodyPr/>
                  <a:lstStyle/>
                  <a:p>
                    <a:r>
                      <a:rPr lang="en-US"/>
                      <a:t>64.7 L</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FF13-4A16-B36B-062B9F5D4084}"/>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2">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Pivot_Tables!$A$4:$A$11</c:f>
              <c:strCache>
                <c:ptCount val="7"/>
                <c:pt idx="0">
                  <c:v>Cardiology</c:v>
                </c:pt>
                <c:pt idx="1">
                  <c:v>Dermatology</c:v>
                </c:pt>
                <c:pt idx="2">
                  <c:v>General Medicine</c:v>
                </c:pt>
                <c:pt idx="3">
                  <c:v>Neurology</c:v>
                </c:pt>
                <c:pt idx="4">
                  <c:v>Oncology</c:v>
                </c:pt>
                <c:pt idx="5">
                  <c:v>Orthopedics</c:v>
                </c:pt>
                <c:pt idx="6">
                  <c:v>Pediatrics</c:v>
                </c:pt>
              </c:strCache>
            </c:strRef>
          </c:cat>
          <c:val>
            <c:numRef>
              <c:f>Pivot_Tables!$B$4:$B$11</c:f>
              <c:numCache>
                <c:formatCode>##\.##,\ "L"</c:formatCode>
                <c:ptCount val="7"/>
                <c:pt idx="0">
                  <c:v>6821176</c:v>
                </c:pt>
                <c:pt idx="1">
                  <c:v>6336303</c:v>
                </c:pt>
                <c:pt idx="2">
                  <c:v>6196583</c:v>
                </c:pt>
                <c:pt idx="3">
                  <c:v>6222484</c:v>
                </c:pt>
                <c:pt idx="4">
                  <c:v>6348797</c:v>
                </c:pt>
                <c:pt idx="5">
                  <c:v>7251578</c:v>
                </c:pt>
                <c:pt idx="6">
                  <c:v>6467229</c:v>
                </c:pt>
              </c:numCache>
            </c:numRef>
          </c:val>
          <c:extLst>
            <c:ext xmlns:c16="http://schemas.microsoft.com/office/drawing/2014/chart" uri="{C3380CC4-5D6E-409C-BE32-E72D297353CC}">
              <c16:uniqueId val="{0000000E-FF13-4A16-B36B-062B9F5D4084}"/>
            </c:ext>
          </c:extLst>
        </c:ser>
        <c:dLbls>
          <c:dLblPos val="outEnd"/>
          <c:showLegendKey val="0"/>
          <c:showVal val="1"/>
          <c:showCatName val="0"/>
          <c:showSerName val="0"/>
          <c:showPercent val="0"/>
          <c:showBubbleSize val="0"/>
        </c:dLbls>
        <c:gapWidth val="30"/>
        <c:overlap val="-27"/>
        <c:axId val="1433287408"/>
        <c:axId val="1433290288"/>
      </c:barChart>
      <c:catAx>
        <c:axId val="1433287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2">
                    <a:lumMod val="75000"/>
                    <a:lumOff val="25000"/>
                  </a:schemeClr>
                </a:solidFill>
                <a:latin typeface="+mn-lt"/>
                <a:ea typeface="+mn-ea"/>
                <a:cs typeface="+mn-cs"/>
              </a:defRPr>
            </a:pPr>
            <a:endParaRPr lang="en-US"/>
          </a:p>
        </c:txPr>
        <c:crossAx val="1433290288"/>
        <c:crosses val="autoZero"/>
        <c:auto val="1"/>
        <c:lblAlgn val="ctr"/>
        <c:lblOffset val="100"/>
        <c:noMultiLvlLbl val="0"/>
      </c:catAx>
      <c:valAx>
        <c:axId val="1433290288"/>
        <c:scaling>
          <c:orientation val="minMax"/>
        </c:scaling>
        <c:delete val="1"/>
        <c:axPos val="l"/>
        <c:numFmt formatCode="##\.##,\ &quot;L&quot;" sourceLinked="1"/>
        <c:majorTickMark val="none"/>
        <c:minorTickMark val="none"/>
        <c:tickLblPos val="nextTo"/>
        <c:crossAx val="1433287408"/>
        <c:crosses val="autoZero"/>
        <c:crossBetween val="between"/>
      </c:valAx>
      <c:spPr>
        <a:solidFill>
          <a:schemeClr val="bg2">
            <a:lumMod val="20000"/>
            <a:lumOff val="80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2">
        <a:lumMod val="20000"/>
        <a:lumOff val="80000"/>
      </a:schemeClr>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349"/>
        <c:holeSize val="83"/>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[Project1_healthcare_messy_dataset_5700.xlsx]Pivot_Tables!PivotTable2</c:name>
    <c:fmtId val="61"/>
  </c:pivotSource>
  <c:chart>
    <c:autoTitleDeleted val="1"/>
    <c:pivotFmts>
      <c:pivotFmt>
        <c:idx val="0"/>
        <c:dLbl>
          <c:idx val="0"/>
          <c:dLblPos val="t"/>
          <c:showLegendKey val="0"/>
          <c:showVal val="1"/>
          <c:showCatName val="0"/>
          <c:showSerName val="0"/>
          <c:showPercent val="0"/>
          <c:showBubbleSize val="0"/>
          <c:extLst>
            <c:ext xmlns:c15="http://schemas.microsoft.com/office/drawing/2012/chart" uri="{CE6537A1-D6FC-4f65-9D91-7224C49458BB}"/>
          </c:extLst>
        </c:dLbl>
      </c:pivotFmt>
      <c:pivotFmt>
        <c:idx val="1"/>
        <c:dLbl>
          <c:idx val="0"/>
          <c:layout>
            <c:manualLayout>
              <c:x val="-7.7769328263624843E-2"/>
              <c:y val="-0.13703439292258798"/>
            </c:manualLayout>
          </c:layout>
          <c:dLblPos val="r"/>
          <c:showLegendKey val="0"/>
          <c:showVal val="1"/>
          <c:showCatName val="0"/>
          <c:showSerName val="0"/>
          <c:showPercent val="0"/>
          <c:showBubbleSize val="0"/>
          <c:extLst>
            <c:ext xmlns:c15="http://schemas.microsoft.com/office/drawing/2012/chart" uri="{CE6537A1-D6FC-4f65-9D91-7224C49458BB}"/>
          </c:extLst>
        </c:dLbl>
      </c:pivotFmt>
      <c:pivotFmt>
        <c:idx val="2"/>
        <c:dLbl>
          <c:idx val="0"/>
          <c:layout>
            <c:manualLayout>
              <c:x val="-1.7237008871990791E-3"/>
              <c:y val="-0.10712784499773738"/>
            </c:manualLayout>
          </c:layout>
          <c:dLblPos val="r"/>
          <c:showLegendKey val="0"/>
          <c:showVal val="1"/>
          <c:showCatName val="0"/>
          <c:showSerName val="0"/>
          <c:showPercent val="0"/>
          <c:showBubbleSize val="0"/>
          <c:extLst>
            <c:ext xmlns:c15="http://schemas.microsoft.com/office/drawing/2012/chart" uri="{CE6537A1-D6FC-4f65-9D91-7224C49458BB}"/>
          </c:extLst>
        </c:dLbl>
      </c:pivotFmt>
      <c:pivotFmt>
        <c:idx val="3"/>
        <c:dLbl>
          <c:idx val="0"/>
          <c:layout>
            <c:manualLayout>
              <c:x val="-7.2699619771863164E-2"/>
              <c:y val="-0.11211226965187915"/>
            </c:manualLayout>
          </c:layout>
          <c:dLblPos val="r"/>
          <c:showLegendKey val="0"/>
          <c:showVal val="1"/>
          <c:showCatName val="0"/>
          <c:showSerName val="0"/>
          <c:showPercent val="0"/>
          <c:showBubbleSize val="0"/>
          <c:extLst>
            <c:ext xmlns:c15="http://schemas.microsoft.com/office/drawing/2012/chart" uri="{CE6537A1-D6FC-4f65-9D91-7224C49458BB}"/>
          </c:extLst>
        </c:dLbl>
      </c:pivotFmt>
      <c:pivotFmt>
        <c:idx val="4"/>
        <c:dLbl>
          <c:idx val="0"/>
          <c:layout>
            <c:manualLayout>
              <c:x val="-8.7908745247148312E-2"/>
              <c:y val="7.7295867205507823E-2"/>
            </c:manualLayout>
          </c:layout>
          <c:dLblPos val="r"/>
          <c:showLegendKey val="0"/>
          <c:showVal val="1"/>
          <c:showCatName val="0"/>
          <c:showSerName val="0"/>
          <c:showPercent val="0"/>
          <c:showBubbleSize val="0"/>
          <c:extLst>
            <c:ext xmlns:c15="http://schemas.microsoft.com/office/drawing/2012/chart" uri="{CE6537A1-D6FC-4f65-9D91-7224C49458BB}"/>
          </c:extLst>
        </c:dLbl>
      </c:pivotFmt>
      <c:pivotFmt>
        <c:idx val="5"/>
        <c:dLbl>
          <c:idx val="0"/>
          <c:layout>
            <c:manualLayout>
              <c:x val="-8.2839036755386564E-2"/>
              <c:y val="6.2342593243082542E-2"/>
            </c:manualLayout>
          </c:layout>
          <c:dLblPos val="r"/>
          <c:showLegendKey val="0"/>
          <c:showVal val="1"/>
          <c:showCatName val="0"/>
          <c:showSerName val="0"/>
          <c:showPercent val="0"/>
          <c:showBubbleSize val="0"/>
          <c:extLst>
            <c:ext xmlns:c15="http://schemas.microsoft.com/office/drawing/2012/chart" uri="{CE6537A1-D6FC-4f65-9D91-7224C49458BB}"/>
          </c:extLst>
        </c:dLbl>
      </c:pivotFmt>
      <c:pivotFmt>
        <c:idx val="6"/>
        <c:dLbl>
          <c:idx val="0"/>
          <c:layout>
            <c:manualLayout>
              <c:x val="-2.7072243346007604E-2"/>
              <c:y val="6.7327017897224298E-2"/>
            </c:manualLayout>
          </c:layout>
          <c:dLblPos val="r"/>
          <c:showLegendKey val="0"/>
          <c:showVal val="1"/>
          <c:showCatName val="0"/>
          <c:showSerName val="0"/>
          <c:showPercent val="0"/>
          <c:showBubbleSize val="0"/>
          <c:extLst>
            <c:ext xmlns:c15="http://schemas.microsoft.com/office/drawing/2012/chart" uri="{CE6537A1-D6FC-4f65-9D91-7224C49458BB}"/>
          </c:extLst>
        </c:dLbl>
      </c:pivotFmt>
      <c:pivotFmt>
        <c:idx val="7"/>
        <c:dLbl>
          <c:idx val="0"/>
          <c:layout>
            <c:manualLayout>
              <c:x val="-9.2978453738910102E-2"/>
              <c:y val="-9.7158995689453909E-2"/>
            </c:manualLayout>
          </c:layout>
          <c:dLblPos val="r"/>
          <c:showLegendKey val="0"/>
          <c:showVal val="1"/>
          <c:showCatName val="0"/>
          <c:showSerName val="0"/>
          <c:showPercent val="0"/>
          <c:showBubbleSize val="0"/>
          <c:extLst>
            <c:ext xmlns:c15="http://schemas.microsoft.com/office/drawing/2012/chart" uri="{CE6537A1-D6FC-4f65-9D91-7224C49458BB}"/>
          </c:extLst>
        </c:dLbl>
      </c:pivotFmt>
      <c:pivotFmt>
        <c:idx val="8"/>
        <c:dLbl>
          <c:idx val="0"/>
          <c:layout>
            <c:manualLayout>
              <c:x val="-0.12846641318124208"/>
              <c:y val="-6.2268023110461521E-2"/>
            </c:manualLayout>
          </c:layout>
          <c:dLblPos val="r"/>
          <c:showLegendKey val="0"/>
          <c:showVal val="1"/>
          <c:showCatName val="0"/>
          <c:showSerName val="0"/>
          <c:showPercent val="0"/>
          <c:showBubbleSize val="0"/>
          <c:extLst>
            <c:ext xmlns:c15="http://schemas.microsoft.com/office/drawing/2012/chart" uri="{CE6537A1-D6FC-4f65-9D91-7224C49458BB}"/>
          </c:extLst>
        </c:dLbl>
      </c:pivotFmt>
      <c:pivotFmt>
        <c:idx val="9"/>
        <c:dLbl>
          <c:idx val="0"/>
          <c:layout>
            <c:manualLayout>
              <c:x val="-5.3032344340989655E-3"/>
              <c:y val="-0.10712784499773738"/>
            </c:manualLayout>
          </c:layout>
          <c:dLblPos val="r"/>
          <c:showLegendKey val="0"/>
          <c:showVal val="1"/>
          <c:showCatName val="0"/>
          <c:showSerName val="0"/>
          <c:showPercent val="0"/>
          <c:showBubbleSize val="0"/>
          <c:extLst>
            <c:ext xmlns:c15="http://schemas.microsoft.com/office/drawing/2012/chart" uri="{CE6537A1-D6FC-4f65-9D91-7224C49458BB}"/>
          </c:extLst>
        </c:dLbl>
      </c:pivotFmt>
      <c:pivotFmt>
        <c:idx val="10"/>
        <c:dLbl>
          <c:idx val="0"/>
          <c:layout>
            <c:manualLayout>
              <c:x val="-7.7769328263624843E-2"/>
              <c:y val="-0.11211226965187919"/>
            </c:manualLayout>
          </c:layout>
          <c:dLblPos val="r"/>
          <c:showLegendKey val="0"/>
          <c:showVal val="1"/>
          <c:showCatName val="0"/>
          <c:showSerName val="0"/>
          <c:showPercent val="0"/>
          <c:showBubbleSize val="0"/>
          <c:extLst>
            <c:ext xmlns:c15="http://schemas.microsoft.com/office/drawing/2012/chart" uri="{CE6537A1-D6FC-4f65-9D91-7224C49458BB}"/>
          </c:extLst>
        </c:dLbl>
      </c:pivotFmt>
      <c:pivotFmt>
        <c:idx val="11"/>
        <c:dLbl>
          <c:idx val="0"/>
          <c:dLblPos val="t"/>
          <c:showLegendKey val="0"/>
          <c:showVal val="1"/>
          <c:showCatName val="0"/>
          <c:showSerName val="0"/>
          <c:showPercent val="0"/>
          <c:showBubbleSize val="0"/>
          <c:extLst>
            <c:ext xmlns:c15="http://schemas.microsoft.com/office/drawing/2012/chart" uri="{CE6537A1-D6FC-4f65-9D91-7224C49458BB}"/>
          </c:extLst>
        </c:dLbl>
      </c:pivotFmt>
      <c:pivotFmt>
        <c:idx val="12"/>
        <c:dLbl>
          <c:idx val="0"/>
          <c:layout>
            <c:manualLayout>
              <c:x val="-8.7908745247148312E-2"/>
              <c:y val="7.7295867205507823E-2"/>
            </c:manualLayout>
          </c:layout>
          <c:dLblPos val="r"/>
          <c:showLegendKey val="0"/>
          <c:showVal val="1"/>
          <c:showCatName val="0"/>
          <c:showSerName val="0"/>
          <c:showPercent val="0"/>
          <c:showBubbleSize val="0"/>
          <c:extLst>
            <c:ext xmlns:c15="http://schemas.microsoft.com/office/drawing/2012/chart" uri="{CE6537A1-D6FC-4f65-9D91-7224C49458BB}"/>
          </c:extLst>
        </c:dLbl>
      </c:pivotFmt>
      <c:pivotFmt>
        <c:idx val="13"/>
        <c:dLbl>
          <c:idx val="0"/>
          <c:layout>
            <c:manualLayout>
              <c:x val="-7.7769328263624843E-2"/>
              <c:y val="-0.13703439292258798"/>
            </c:manualLayout>
          </c:layout>
          <c:dLblPos val="r"/>
          <c:showLegendKey val="0"/>
          <c:showVal val="1"/>
          <c:showCatName val="0"/>
          <c:showSerName val="0"/>
          <c:showPercent val="0"/>
          <c:showBubbleSize val="0"/>
          <c:extLst>
            <c:ext xmlns:c15="http://schemas.microsoft.com/office/drawing/2012/chart" uri="{CE6537A1-D6FC-4f65-9D91-7224C49458BB}"/>
          </c:extLst>
        </c:dLbl>
      </c:pivotFmt>
      <c:pivotFmt>
        <c:idx val="14"/>
        <c:dLbl>
          <c:idx val="0"/>
          <c:layout>
            <c:manualLayout>
              <c:x val="-7.2699619771863164E-2"/>
              <c:y val="-0.11211226965187915"/>
            </c:manualLayout>
          </c:layout>
          <c:dLblPos val="r"/>
          <c:showLegendKey val="0"/>
          <c:showVal val="1"/>
          <c:showCatName val="0"/>
          <c:showSerName val="0"/>
          <c:showPercent val="0"/>
          <c:showBubbleSize val="0"/>
          <c:extLst>
            <c:ext xmlns:c15="http://schemas.microsoft.com/office/drawing/2012/chart" uri="{CE6537A1-D6FC-4f65-9D91-7224C49458BB}"/>
          </c:extLst>
        </c:dLbl>
      </c:pivotFmt>
      <c:pivotFmt>
        <c:idx val="15"/>
        <c:dLbl>
          <c:idx val="0"/>
          <c:layout>
            <c:manualLayout>
              <c:x val="-1.7237008871990791E-3"/>
              <c:y val="-0.10712784499773738"/>
            </c:manualLayout>
          </c:layout>
          <c:dLblPos val="r"/>
          <c:showLegendKey val="0"/>
          <c:showVal val="1"/>
          <c:showCatName val="0"/>
          <c:showSerName val="0"/>
          <c:showPercent val="0"/>
          <c:showBubbleSize val="0"/>
          <c:extLst>
            <c:ext xmlns:c15="http://schemas.microsoft.com/office/drawing/2012/chart" uri="{CE6537A1-D6FC-4f65-9D91-7224C49458BB}"/>
          </c:extLst>
        </c:dLbl>
      </c:pivotFmt>
      <c:pivotFmt>
        <c:idx val="16"/>
        <c:dLbl>
          <c:idx val="0"/>
          <c:layout>
            <c:manualLayout>
              <c:x val="-8.2839036755386564E-2"/>
              <c:y val="6.2342593243082542E-2"/>
            </c:manualLayout>
          </c:layout>
          <c:dLblPos val="r"/>
          <c:showLegendKey val="0"/>
          <c:showVal val="1"/>
          <c:showCatName val="0"/>
          <c:showSerName val="0"/>
          <c:showPercent val="0"/>
          <c:showBubbleSize val="0"/>
          <c:extLst>
            <c:ext xmlns:c15="http://schemas.microsoft.com/office/drawing/2012/chart" uri="{CE6537A1-D6FC-4f65-9D91-7224C49458BB}"/>
          </c:extLst>
        </c:dLbl>
      </c:pivotFmt>
      <c:pivotFmt>
        <c:idx val="17"/>
        <c:dLbl>
          <c:idx val="0"/>
          <c:layout>
            <c:manualLayout>
              <c:x val="-9.2978453738910102E-2"/>
              <c:y val="-9.7158995689453909E-2"/>
            </c:manualLayout>
          </c:layout>
          <c:dLblPos val="r"/>
          <c:showLegendKey val="0"/>
          <c:showVal val="1"/>
          <c:showCatName val="0"/>
          <c:showSerName val="0"/>
          <c:showPercent val="0"/>
          <c:showBubbleSize val="0"/>
          <c:extLst>
            <c:ext xmlns:c15="http://schemas.microsoft.com/office/drawing/2012/chart" uri="{CE6537A1-D6FC-4f65-9D91-7224C49458BB}"/>
          </c:extLst>
        </c:dLbl>
      </c:pivotFmt>
      <c:pivotFmt>
        <c:idx val="18"/>
        <c:dLbl>
          <c:idx val="0"/>
          <c:layout>
            <c:manualLayout>
              <c:x val="-2.7072243346007604E-2"/>
              <c:y val="6.7327017897224298E-2"/>
            </c:manualLayout>
          </c:layout>
          <c:dLblPos val="r"/>
          <c:showLegendKey val="0"/>
          <c:showVal val="1"/>
          <c:showCatName val="0"/>
          <c:showSerName val="0"/>
          <c:showPercent val="0"/>
          <c:showBubbleSize val="0"/>
          <c:extLst>
            <c:ext xmlns:c15="http://schemas.microsoft.com/office/drawing/2012/chart" uri="{CE6537A1-D6FC-4f65-9D91-7224C49458BB}"/>
          </c:extLst>
        </c:dLbl>
      </c:pivotFmt>
      <c:pivotFmt>
        <c:idx val="19"/>
        <c:dLbl>
          <c:idx val="0"/>
          <c:layout>
            <c:manualLayout>
              <c:x val="-0.12846641318124208"/>
              <c:y val="-6.2268023110461521E-2"/>
            </c:manualLayout>
          </c:layout>
          <c:dLblPos val="r"/>
          <c:showLegendKey val="0"/>
          <c:showVal val="1"/>
          <c:showCatName val="0"/>
          <c:showSerName val="0"/>
          <c:showPercent val="0"/>
          <c:showBubbleSize val="0"/>
          <c:extLst>
            <c:ext xmlns:c15="http://schemas.microsoft.com/office/drawing/2012/chart" uri="{CE6537A1-D6FC-4f65-9D91-7224C49458BB}"/>
          </c:extLst>
        </c:dLbl>
      </c:pivotFmt>
      <c:pivotFmt>
        <c:idx val="20"/>
        <c:dLbl>
          <c:idx val="0"/>
          <c:layout>
            <c:manualLayout>
              <c:x val="-7.7769328263624843E-2"/>
              <c:y val="-0.11211226965187919"/>
            </c:manualLayout>
          </c:layout>
          <c:dLblPos val="r"/>
          <c:showLegendKey val="0"/>
          <c:showVal val="1"/>
          <c:showCatName val="0"/>
          <c:showSerName val="0"/>
          <c:showPercent val="0"/>
          <c:showBubbleSize val="0"/>
          <c:extLst>
            <c:ext xmlns:c15="http://schemas.microsoft.com/office/drawing/2012/chart" uri="{CE6537A1-D6FC-4f65-9D91-7224C49458BB}"/>
          </c:extLst>
        </c:dLbl>
      </c:pivotFmt>
      <c:pivotFmt>
        <c:idx val="21"/>
        <c:dLbl>
          <c:idx val="0"/>
          <c:layout>
            <c:manualLayout>
              <c:x val="-5.3032344340989655E-3"/>
              <c:y val="-0.10712784499773738"/>
            </c:manualLayout>
          </c:layout>
          <c:dLblPos val="r"/>
          <c:showLegendKey val="0"/>
          <c:showVal val="1"/>
          <c:showCatName val="0"/>
          <c:showSerName val="0"/>
          <c:showPercent val="0"/>
          <c:showBubbleSize val="0"/>
          <c:extLst>
            <c:ext xmlns:c15="http://schemas.microsoft.com/office/drawing/2012/chart" uri="{CE6537A1-D6FC-4f65-9D91-7224C49458BB}"/>
          </c:extLst>
        </c:dLbl>
      </c:pivotFmt>
      <c:pivotFmt>
        <c:idx val="22"/>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3"/>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7.9933511715514535E-2"/>
              <c:y val="7.7295957061238832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24"/>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4.9856480001708045E-2"/>
              <c:y val="-6.0994675231711246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25"/>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4.4786968095294012E-2"/>
              <c:y val="-9.5214494226844179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26"/>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3.3624057355250772E-2"/>
              <c:y val="-8.6005585551543237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27"/>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9.480169373064716E-2"/>
              <c:y val="0.10881114768581464"/>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28"/>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4.1140410973957917E-2"/>
              <c:y val="-0.11405674962944828"/>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29"/>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2.7072243346007604E-2"/>
              <c:y val="6.7327017897224298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30"/>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0.11251641327479935"/>
              <c:y val="-7.4941257241392153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31"/>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5.783155757032668E-2"/>
              <c:y val="-0.1036633394626268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32"/>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1.3278190172318337E-2"/>
              <c:y val="-6.4883472462086617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33"/>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4"/>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7.9933511715514535E-2"/>
              <c:y val="7.7295957061238832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35"/>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4.9856480001708045E-2"/>
              <c:y val="-6.0994675231711246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36"/>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4.4786968095294012E-2"/>
              <c:y val="-9.5214494226844179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37"/>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3.3624057355250772E-2"/>
              <c:y val="-8.6005585551543237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38"/>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9.480169373064716E-2"/>
              <c:y val="0.10881114768581464"/>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39"/>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4.1140410973957917E-2"/>
              <c:y val="-0.11405674962944828"/>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40"/>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2.7072243346007604E-2"/>
              <c:y val="6.7327017897224298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41"/>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0.11251641327479935"/>
              <c:y val="-7.4941257241392153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42"/>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5.783155757032668E-2"/>
              <c:y val="-0.1036633394626268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43"/>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1.3278190172318337E-2"/>
              <c:y val="-6.4883472462086617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44"/>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45"/>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7.9933511715514535E-2"/>
              <c:y val="7.7295957061238832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46"/>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4.9856480001708045E-2"/>
              <c:y val="-6.0994675231711246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47"/>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4.4786968095294012E-2"/>
              <c:y val="-9.5214494226844179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48"/>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3.3624057355250772E-2"/>
              <c:y val="-8.6005585551543237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49"/>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9.480169373064716E-2"/>
              <c:y val="0.10881114768581464"/>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50"/>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4.1140410973957917E-2"/>
              <c:y val="-0.11405674962944828"/>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51"/>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2.7072243346007604E-2"/>
              <c:y val="6.7327017897224298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52"/>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0.11251641327479935"/>
              <c:y val="-7.4941257241392153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53"/>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5.783155757032668E-2"/>
              <c:y val="-0.1036633394626268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54"/>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1.3278190172318337E-2"/>
              <c:y val="-6.4883472462086617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55"/>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56"/>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7.9933511715514535E-2"/>
              <c:y val="7.7295957061238832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57"/>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4.9856480001708045E-2"/>
              <c:y val="-6.0994675231711246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58"/>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4.4786968095294012E-2"/>
              <c:y val="-9.5214494226844179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59"/>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3.3624057355250772E-2"/>
              <c:y val="-8.6005585551543237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60"/>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9.480169373064716E-2"/>
              <c:y val="0.10881114768581464"/>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61"/>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4.1140410973957917E-2"/>
              <c:y val="-0.11405674962944828"/>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62"/>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2.7072243346007604E-2"/>
              <c:y val="6.7327017897224298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63"/>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0.11251641327479935"/>
              <c:y val="-7.4941257241392153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64"/>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5.783155757032668E-2"/>
              <c:y val="-0.1036633394626268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65"/>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1.3278190172318337E-2"/>
              <c:y val="-6.4883472462086617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66"/>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67"/>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7.9933511715514535E-2"/>
              <c:y val="7.7295957061238832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68"/>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4.9856480001708045E-2"/>
              <c:y val="-6.0994675231711246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69"/>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4.4786968095294012E-2"/>
              <c:y val="-9.5214494226844179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70"/>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3.3624057355250772E-2"/>
              <c:y val="-8.6005585551543237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71"/>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9.480169373064716E-2"/>
              <c:y val="0.10881114768581464"/>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72"/>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4.1140410973957917E-2"/>
              <c:y val="-0.11405674962944828"/>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73"/>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2.7072243346007604E-2"/>
              <c:y val="6.7327017897224298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74"/>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0.11251641327479935"/>
              <c:y val="-7.4941257241392153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75"/>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5.783155757032668E-2"/>
              <c:y val="-0.1036633394626268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76"/>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1.3278190172318337E-2"/>
              <c:y val="-6.4883472462086617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77"/>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8"/>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7.9933511715514535E-2"/>
              <c:y val="7.7295957061238832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79"/>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4.9856480001708045E-2"/>
              <c:y val="-6.0994675231711246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80"/>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4.4786968095294012E-2"/>
              <c:y val="-9.5214494226844179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81"/>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3.3624057355250772E-2"/>
              <c:y val="-8.6005585551543237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82"/>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9.480169373064716E-2"/>
              <c:y val="0.10881114768581464"/>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83"/>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4.1140410973957917E-2"/>
              <c:y val="-0.11405674962944828"/>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84"/>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2.7072243346007604E-2"/>
              <c:y val="6.7327017897224298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85"/>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0.11251641327479935"/>
              <c:y val="-7.4941257241392153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86"/>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5.783155757032668E-2"/>
              <c:y val="-0.1036633394626268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87"/>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1.3278190172318337E-2"/>
              <c:y val="-6.4883472462086617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88"/>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89"/>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7.9933511715514535E-2"/>
              <c:y val="7.7295957061238832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90"/>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4.9856480001708045E-2"/>
              <c:y val="-6.0994675231711246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91"/>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4.4786968095294012E-2"/>
              <c:y val="-9.5214494226844179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92"/>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3.3624057355250772E-2"/>
              <c:y val="-8.6005585551543237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93"/>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9.480169373064716E-2"/>
              <c:y val="0.10881114768581464"/>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94"/>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4.1140410973957917E-2"/>
              <c:y val="-0.11405674962944828"/>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95"/>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2.7072243346007604E-2"/>
              <c:y val="6.7327017897224298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96"/>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0.11251641327479935"/>
              <c:y val="-7.4941257241392153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97"/>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5.783155757032668E-2"/>
              <c:y val="-0.1036633394626268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98"/>
        <c:spPr>
          <a:pattFill prst="ltUpDiag">
            <a:fgClr>
              <a:schemeClr val="accent1"/>
            </a:fgClr>
            <a:bgClr>
              <a:schemeClr val="lt1"/>
            </a:bgClr>
          </a:pattFill>
          <a:ln w="34925" cap="rnd">
            <a:solidFill>
              <a:schemeClr val="accent5">
                <a:lumMod val="75000"/>
              </a:schemeClr>
            </a:solidFill>
            <a:round/>
          </a:ln>
          <a:effectLst>
            <a:outerShdw dist="25400" dir="2700000" algn="tl" rotWithShape="0">
              <a:schemeClr val="accent1"/>
            </a:outerShdw>
          </a:effectLst>
        </c:spPr>
        <c:marker>
          <c:symbol val="circle"/>
          <c:size val="5"/>
          <c:spPr>
            <a:solidFill>
              <a:schemeClr val="accent1"/>
            </a:solidFill>
            <a:ln w="22225">
              <a:solidFill>
                <a:schemeClr val="accent5">
                  <a:lumMod val="75000"/>
                </a:schemeClr>
              </a:solidFill>
              <a:round/>
            </a:ln>
            <a:effectLst/>
          </c:spPr>
        </c:marker>
        <c:dLbl>
          <c:idx val="0"/>
          <c:layout>
            <c:manualLayout>
              <c:x val="-1.3278190172318337E-2"/>
              <c:y val="-6.4883472462086617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3.1414348662308765E-2"/>
          <c:y val="2.8981833141400435E-2"/>
          <c:w val="0.95499186755451826"/>
          <c:h val="0.88921056349438343"/>
        </c:manualLayout>
      </c:layout>
      <c:lineChart>
        <c:grouping val="stacked"/>
        <c:varyColors val="0"/>
        <c:ser>
          <c:idx val="0"/>
          <c:order val="0"/>
          <c:tx>
            <c:strRef>
              <c:f>Pivot_Tables!$E$3</c:f>
              <c:strCache>
                <c:ptCount val="1"/>
                <c:pt idx="0">
                  <c:v>Total</c:v>
                </c:pt>
              </c:strCache>
            </c:strRef>
          </c:tx>
          <c:spPr>
            <a:ln w="34925" cap="rnd">
              <a:solidFill>
                <a:schemeClr val="tx2">
                  <a:lumMod val="75000"/>
                  <a:lumOff val="25000"/>
                </a:schemeClr>
              </a:solidFill>
              <a:round/>
            </a:ln>
            <a:effectLst>
              <a:outerShdw dist="25400" dir="2700000" algn="tl" rotWithShape="0">
                <a:schemeClr val="accent1"/>
              </a:outerShdw>
            </a:effectLst>
          </c:spPr>
          <c:marker>
            <c:symbol val="circle"/>
            <c:size val="5"/>
            <c:spPr>
              <a:solidFill>
                <a:schemeClr val="tx2">
                  <a:lumMod val="75000"/>
                  <a:lumOff val="25000"/>
                </a:schemeClr>
              </a:solidFill>
              <a:ln w="22225">
                <a:solidFill>
                  <a:schemeClr val="tx2">
                    <a:lumMod val="75000"/>
                    <a:lumOff val="25000"/>
                  </a:schemeClr>
                </a:solidFill>
                <a:round/>
              </a:ln>
              <a:effectLst/>
            </c:spPr>
          </c:marker>
          <c:dPt>
            <c:idx val="0"/>
            <c:marker>
              <c:symbol val="circle"/>
              <c:size val="5"/>
              <c:spPr>
                <a:solidFill>
                  <a:schemeClr val="tx2">
                    <a:lumMod val="75000"/>
                    <a:lumOff val="25000"/>
                  </a:schemeClr>
                </a:solidFill>
                <a:ln w="22225">
                  <a:solidFill>
                    <a:schemeClr val="tx2">
                      <a:lumMod val="75000"/>
                      <a:lumOff val="25000"/>
                    </a:schemeClr>
                  </a:solidFill>
                  <a:round/>
                </a:ln>
                <a:effectLst/>
              </c:spPr>
            </c:marker>
            <c:bubble3D val="0"/>
            <c:spPr>
              <a:ln w="34925" cap="rnd">
                <a:solidFill>
                  <a:schemeClr val="tx2">
                    <a:lumMod val="75000"/>
                    <a:lumOff val="25000"/>
                  </a:schemeClr>
                </a:solidFill>
                <a:round/>
              </a:ln>
              <a:effectLst>
                <a:outerShdw dist="25400" dir="2700000" algn="tl" rotWithShape="0">
                  <a:schemeClr val="accent1"/>
                </a:outerShdw>
              </a:effectLst>
            </c:spPr>
            <c:extLst>
              <c:ext xmlns:c16="http://schemas.microsoft.com/office/drawing/2014/chart" uri="{C3380CC4-5D6E-409C-BE32-E72D297353CC}">
                <c16:uniqueId val="{00000001-892D-4522-81D2-0A1E1EE18B32}"/>
              </c:ext>
            </c:extLst>
          </c:dPt>
          <c:dPt>
            <c:idx val="1"/>
            <c:marker>
              <c:symbol val="circle"/>
              <c:size val="5"/>
              <c:spPr>
                <a:solidFill>
                  <a:schemeClr val="tx2">
                    <a:lumMod val="75000"/>
                    <a:lumOff val="25000"/>
                  </a:schemeClr>
                </a:solidFill>
                <a:ln w="22225">
                  <a:solidFill>
                    <a:schemeClr val="tx2">
                      <a:lumMod val="75000"/>
                      <a:lumOff val="25000"/>
                    </a:schemeClr>
                  </a:solidFill>
                  <a:round/>
                </a:ln>
                <a:effectLst/>
              </c:spPr>
            </c:marker>
            <c:bubble3D val="0"/>
            <c:spPr>
              <a:ln w="34925" cap="rnd">
                <a:solidFill>
                  <a:schemeClr val="tx2">
                    <a:lumMod val="75000"/>
                    <a:lumOff val="25000"/>
                  </a:schemeClr>
                </a:solidFill>
                <a:round/>
              </a:ln>
              <a:effectLst>
                <a:outerShdw dist="25400" dir="2700000" algn="tl" rotWithShape="0">
                  <a:schemeClr val="accent1"/>
                </a:outerShdw>
              </a:effectLst>
            </c:spPr>
            <c:extLst>
              <c:ext xmlns:c16="http://schemas.microsoft.com/office/drawing/2014/chart" uri="{C3380CC4-5D6E-409C-BE32-E72D297353CC}">
                <c16:uniqueId val="{00000003-892D-4522-81D2-0A1E1EE18B32}"/>
              </c:ext>
            </c:extLst>
          </c:dPt>
          <c:dPt>
            <c:idx val="2"/>
            <c:marker>
              <c:symbol val="circle"/>
              <c:size val="5"/>
              <c:spPr>
                <a:solidFill>
                  <a:schemeClr val="tx2">
                    <a:lumMod val="75000"/>
                    <a:lumOff val="25000"/>
                  </a:schemeClr>
                </a:solidFill>
                <a:ln w="22225">
                  <a:solidFill>
                    <a:schemeClr val="tx2">
                      <a:lumMod val="75000"/>
                      <a:lumOff val="25000"/>
                    </a:schemeClr>
                  </a:solidFill>
                  <a:round/>
                </a:ln>
                <a:effectLst/>
              </c:spPr>
            </c:marker>
            <c:bubble3D val="0"/>
            <c:spPr>
              <a:ln w="34925" cap="rnd">
                <a:solidFill>
                  <a:schemeClr val="tx2">
                    <a:lumMod val="75000"/>
                    <a:lumOff val="25000"/>
                  </a:schemeClr>
                </a:solidFill>
                <a:round/>
              </a:ln>
              <a:effectLst>
                <a:outerShdw dist="25400" dir="2700000" algn="tl" rotWithShape="0">
                  <a:schemeClr val="accent1"/>
                </a:outerShdw>
              </a:effectLst>
            </c:spPr>
            <c:extLst>
              <c:ext xmlns:c16="http://schemas.microsoft.com/office/drawing/2014/chart" uri="{C3380CC4-5D6E-409C-BE32-E72D297353CC}">
                <c16:uniqueId val="{00000005-892D-4522-81D2-0A1E1EE18B32}"/>
              </c:ext>
            </c:extLst>
          </c:dPt>
          <c:dPt>
            <c:idx val="3"/>
            <c:marker>
              <c:symbol val="circle"/>
              <c:size val="5"/>
              <c:spPr>
                <a:solidFill>
                  <a:schemeClr val="tx2">
                    <a:lumMod val="75000"/>
                    <a:lumOff val="25000"/>
                  </a:schemeClr>
                </a:solidFill>
                <a:ln w="22225">
                  <a:solidFill>
                    <a:schemeClr val="tx2">
                      <a:lumMod val="75000"/>
                      <a:lumOff val="25000"/>
                    </a:schemeClr>
                  </a:solidFill>
                  <a:round/>
                </a:ln>
                <a:effectLst/>
              </c:spPr>
            </c:marker>
            <c:bubble3D val="0"/>
            <c:spPr>
              <a:ln w="34925" cap="rnd">
                <a:solidFill>
                  <a:schemeClr val="tx2">
                    <a:lumMod val="75000"/>
                    <a:lumOff val="25000"/>
                  </a:schemeClr>
                </a:solidFill>
                <a:round/>
              </a:ln>
              <a:effectLst>
                <a:outerShdw dist="25400" dir="2700000" algn="tl" rotWithShape="0">
                  <a:schemeClr val="accent1"/>
                </a:outerShdw>
              </a:effectLst>
            </c:spPr>
            <c:extLst>
              <c:ext xmlns:c16="http://schemas.microsoft.com/office/drawing/2014/chart" uri="{C3380CC4-5D6E-409C-BE32-E72D297353CC}">
                <c16:uniqueId val="{00000007-892D-4522-81D2-0A1E1EE18B32}"/>
              </c:ext>
            </c:extLst>
          </c:dPt>
          <c:dPt>
            <c:idx val="4"/>
            <c:marker>
              <c:symbol val="circle"/>
              <c:size val="5"/>
              <c:spPr>
                <a:solidFill>
                  <a:schemeClr val="tx2">
                    <a:lumMod val="75000"/>
                    <a:lumOff val="25000"/>
                  </a:schemeClr>
                </a:solidFill>
                <a:ln w="22225">
                  <a:solidFill>
                    <a:schemeClr val="tx2">
                      <a:lumMod val="75000"/>
                      <a:lumOff val="25000"/>
                    </a:schemeClr>
                  </a:solidFill>
                  <a:round/>
                </a:ln>
                <a:effectLst/>
              </c:spPr>
            </c:marker>
            <c:bubble3D val="0"/>
            <c:spPr>
              <a:ln w="34925" cap="rnd">
                <a:solidFill>
                  <a:schemeClr val="tx2">
                    <a:lumMod val="75000"/>
                    <a:lumOff val="25000"/>
                  </a:schemeClr>
                </a:solidFill>
                <a:round/>
              </a:ln>
              <a:effectLst>
                <a:outerShdw dist="25400" dir="2700000" algn="tl" rotWithShape="0">
                  <a:schemeClr val="accent1"/>
                </a:outerShdw>
              </a:effectLst>
            </c:spPr>
            <c:extLst>
              <c:ext xmlns:c16="http://schemas.microsoft.com/office/drawing/2014/chart" uri="{C3380CC4-5D6E-409C-BE32-E72D297353CC}">
                <c16:uniqueId val="{00000009-892D-4522-81D2-0A1E1EE18B32}"/>
              </c:ext>
            </c:extLst>
          </c:dPt>
          <c:dPt>
            <c:idx val="5"/>
            <c:marker>
              <c:symbol val="circle"/>
              <c:size val="5"/>
              <c:spPr>
                <a:solidFill>
                  <a:schemeClr val="tx2">
                    <a:lumMod val="75000"/>
                    <a:lumOff val="25000"/>
                  </a:schemeClr>
                </a:solidFill>
                <a:ln w="22225">
                  <a:solidFill>
                    <a:schemeClr val="tx2">
                      <a:lumMod val="75000"/>
                      <a:lumOff val="25000"/>
                    </a:schemeClr>
                  </a:solidFill>
                  <a:round/>
                </a:ln>
                <a:effectLst/>
              </c:spPr>
            </c:marker>
            <c:bubble3D val="0"/>
            <c:spPr>
              <a:ln w="34925" cap="rnd">
                <a:solidFill>
                  <a:schemeClr val="tx2">
                    <a:lumMod val="75000"/>
                    <a:lumOff val="25000"/>
                  </a:schemeClr>
                </a:solidFill>
                <a:round/>
              </a:ln>
              <a:effectLst>
                <a:outerShdw dist="25400" dir="2700000" algn="tl" rotWithShape="0">
                  <a:schemeClr val="accent1"/>
                </a:outerShdw>
              </a:effectLst>
            </c:spPr>
            <c:extLst>
              <c:ext xmlns:c16="http://schemas.microsoft.com/office/drawing/2014/chart" uri="{C3380CC4-5D6E-409C-BE32-E72D297353CC}">
                <c16:uniqueId val="{0000000B-892D-4522-81D2-0A1E1EE18B32}"/>
              </c:ext>
            </c:extLst>
          </c:dPt>
          <c:dPt>
            <c:idx val="6"/>
            <c:marker>
              <c:symbol val="circle"/>
              <c:size val="5"/>
              <c:spPr>
                <a:solidFill>
                  <a:schemeClr val="tx2">
                    <a:lumMod val="75000"/>
                    <a:lumOff val="25000"/>
                  </a:schemeClr>
                </a:solidFill>
                <a:ln w="22225">
                  <a:solidFill>
                    <a:schemeClr val="tx2">
                      <a:lumMod val="75000"/>
                      <a:lumOff val="25000"/>
                    </a:schemeClr>
                  </a:solidFill>
                  <a:round/>
                </a:ln>
                <a:effectLst/>
              </c:spPr>
            </c:marker>
            <c:bubble3D val="0"/>
            <c:spPr>
              <a:ln w="34925" cap="rnd">
                <a:solidFill>
                  <a:schemeClr val="tx2">
                    <a:lumMod val="75000"/>
                    <a:lumOff val="25000"/>
                  </a:schemeClr>
                </a:solidFill>
                <a:round/>
              </a:ln>
              <a:effectLst>
                <a:outerShdw dist="25400" dir="2700000" algn="tl" rotWithShape="0">
                  <a:schemeClr val="accent1"/>
                </a:outerShdw>
              </a:effectLst>
            </c:spPr>
            <c:extLst>
              <c:ext xmlns:c16="http://schemas.microsoft.com/office/drawing/2014/chart" uri="{C3380CC4-5D6E-409C-BE32-E72D297353CC}">
                <c16:uniqueId val="{0000000D-892D-4522-81D2-0A1E1EE18B32}"/>
              </c:ext>
            </c:extLst>
          </c:dPt>
          <c:dPt>
            <c:idx val="7"/>
            <c:marker>
              <c:symbol val="circle"/>
              <c:size val="5"/>
              <c:spPr>
                <a:solidFill>
                  <a:schemeClr val="tx2">
                    <a:lumMod val="75000"/>
                    <a:lumOff val="25000"/>
                  </a:schemeClr>
                </a:solidFill>
                <a:ln w="22225">
                  <a:solidFill>
                    <a:schemeClr val="tx2">
                      <a:lumMod val="75000"/>
                      <a:lumOff val="25000"/>
                    </a:schemeClr>
                  </a:solidFill>
                  <a:round/>
                </a:ln>
                <a:effectLst/>
              </c:spPr>
            </c:marker>
            <c:bubble3D val="0"/>
            <c:spPr>
              <a:ln w="34925" cap="rnd">
                <a:solidFill>
                  <a:schemeClr val="tx2">
                    <a:lumMod val="75000"/>
                    <a:lumOff val="25000"/>
                  </a:schemeClr>
                </a:solidFill>
                <a:round/>
              </a:ln>
              <a:effectLst>
                <a:outerShdw dist="25400" dir="2700000" algn="tl" rotWithShape="0">
                  <a:schemeClr val="accent1"/>
                </a:outerShdw>
              </a:effectLst>
            </c:spPr>
            <c:extLst>
              <c:ext xmlns:c16="http://schemas.microsoft.com/office/drawing/2014/chart" uri="{C3380CC4-5D6E-409C-BE32-E72D297353CC}">
                <c16:uniqueId val="{0000000F-892D-4522-81D2-0A1E1EE18B32}"/>
              </c:ext>
            </c:extLst>
          </c:dPt>
          <c:dPt>
            <c:idx val="8"/>
            <c:marker>
              <c:symbol val="circle"/>
              <c:size val="5"/>
              <c:spPr>
                <a:solidFill>
                  <a:schemeClr val="tx2">
                    <a:lumMod val="75000"/>
                    <a:lumOff val="25000"/>
                  </a:schemeClr>
                </a:solidFill>
                <a:ln w="22225">
                  <a:solidFill>
                    <a:schemeClr val="tx2">
                      <a:lumMod val="75000"/>
                      <a:lumOff val="25000"/>
                    </a:schemeClr>
                  </a:solidFill>
                  <a:round/>
                </a:ln>
                <a:effectLst/>
              </c:spPr>
            </c:marker>
            <c:bubble3D val="0"/>
            <c:spPr>
              <a:ln w="34925" cap="rnd">
                <a:solidFill>
                  <a:schemeClr val="tx2">
                    <a:lumMod val="75000"/>
                    <a:lumOff val="25000"/>
                  </a:schemeClr>
                </a:solidFill>
                <a:round/>
              </a:ln>
              <a:effectLst>
                <a:outerShdw dist="25400" dir="2700000" algn="tl" rotWithShape="0">
                  <a:schemeClr val="accent1"/>
                </a:outerShdw>
              </a:effectLst>
            </c:spPr>
            <c:extLst>
              <c:ext xmlns:c16="http://schemas.microsoft.com/office/drawing/2014/chart" uri="{C3380CC4-5D6E-409C-BE32-E72D297353CC}">
                <c16:uniqueId val="{00000011-892D-4522-81D2-0A1E1EE18B32}"/>
              </c:ext>
            </c:extLst>
          </c:dPt>
          <c:dPt>
            <c:idx val="9"/>
            <c:marker>
              <c:symbol val="circle"/>
              <c:size val="5"/>
              <c:spPr>
                <a:solidFill>
                  <a:schemeClr val="tx2">
                    <a:lumMod val="75000"/>
                    <a:lumOff val="25000"/>
                  </a:schemeClr>
                </a:solidFill>
                <a:ln w="22225">
                  <a:solidFill>
                    <a:schemeClr val="tx2">
                      <a:lumMod val="75000"/>
                      <a:lumOff val="25000"/>
                    </a:schemeClr>
                  </a:solidFill>
                  <a:round/>
                </a:ln>
                <a:effectLst/>
              </c:spPr>
            </c:marker>
            <c:bubble3D val="0"/>
            <c:spPr>
              <a:ln w="34925" cap="rnd">
                <a:solidFill>
                  <a:schemeClr val="tx2">
                    <a:lumMod val="75000"/>
                    <a:lumOff val="25000"/>
                  </a:schemeClr>
                </a:solidFill>
                <a:round/>
              </a:ln>
              <a:effectLst>
                <a:outerShdw dist="25400" dir="2700000" algn="tl" rotWithShape="0">
                  <a:schemeClr val="accent1"/>
                </a:outerShdw>
              </a:effectLst>
            </c:spPr>
            <c:extLst>
              <c:ext xmlns:c16="http://schemas.microsoft.com/office/drawing/2014/chart" uri="{C3380CC4-5D6E-409C-BE32-E72D297353CC}">
                <c16:uniqueId val="{00000013-892D-4522-81D2-0A1E1EE18B32}"/>
              </c:ext>
            </c:extLst>
          </c:dPt>
          <c:dLbls>
            <c:dLbl>
              <c:idx val="0"/>
              <c:layout>
                <c:manualLayout>
                  <c:x val="-5.2797646461361383E-2"/>
                  <c:y val="6.939188562611028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92D-4522-81D2-0A1E1EE18B32}"/>
                </c:ext>
              </c:extLst>
            </c:dLbl>
            <c:dLbl>
              <c:idx val="1"/>
              <c:layout>
                <c:manualLayout>
                  <c:x val="-4.9856480001708045E-2"/>
                  <c:y val="-6.099467523171124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92D-4522-81D2-0A1E1EE18B32}"/>
                </c:ext>
              </c:extLst>
            </c:dLbl>
            <c:dLbl>
              <c:idx val="2"/>
              <c:layout>
                <c:manualLayout>
                  <c:x val="-4.4786968095294012E-2"/>
                  <c:y val="-9.521449422684417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92D-4522-81D2-0A1E1EE18B32}"/>
                </c:ext>
              </c:extLst>
            </c:dLbl>
            <c:dLbl>
              <c:idx val="3"/>
              <c:layout>
                <c:manualLayout>
                  <c:x val="-3.3624057355250772E-2"/>
                  <c:y val="-8.600558555154323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92D-4522-81D2-0A1E1EE18B32}"/>
                </c:ext>
              </c:extLst>
            </c:dLbl>
            <c:dLbl>
              <c:idx val="4"/>
              <c:layout>
                <c:manualLayout>
                  <c:x val="-9.480169373064716E-2"/>
                  <c:y val="0.1088111476858146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92D-4522-81D2-0A1E1EE18B32}"/>
                </c:ext>
              </c:extLst>
            </c:dLbl>
            <c:dLbl>
              <c:idx val="5"/>
              <c:layout>
                <c:manualLayout>
                  <c:x val="-4.1140410973957917E-2"/>
                  <c:y val="-0.11405674962944828"/>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892D-4522-81D2-0A1E1EE18B32}"/>
                </c:ext>
              </c:extLst>
            </c:dLbl>
            <c:dLbl>
              <c:idx val="6"/>
              <c:layout>
                <c:manualLayout>
                  <c:x val="-2.7072243346007604E-2"/>
                  <c:y val="6.73270178972242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892D-4522-81D2-0A1E1EE18B32}"/>
                </c:ext>
              </c:extLst>
            </c:dLbl>
            <c:dLbl>
              <c:idx val="7"/>
              <c:layout>
                <c:manualLayout>
                  <c:x val="-0.11251641327479935"/>
                  <c:y val="-7.494125724139215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892D-4522-81D2-0A1E1EE18B32}"/>
                </c:ext>
              </c:extLst>
            </c:dLbl>
            <c:dLbl>
              <c:idx val="8"/>
              <c:layout>
                <c:manualLayout>
                  <c:x val="-5.783155757032668E-2"/>
                  <c:y val="-0.1036633394626268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892D-4522-81D2-0A1E1EE18B32}"/>
                </c:ext>
              </c:extLst>
            </c:dLbl>
            <c:dLbl>
              <c:idx val="9"/>
              <c:layout>
                <c:manualLayout>
                  <c:x val="-1.3278190172318337E-2"/>
                  <c:y val="-6.488347246208661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892D-4522-81D2-0A1E1EE18B32}"/>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2">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75000"/>
                          <a:lumOff val="25000"/>
                        </a:schemeClr>
                      </a:solidFill>
                    </a:ln>
                    <a:effectLst/>
                  </c:spPr>
                </c15:leaderLines>
              </c:ext>
            </c:extLst>
          </c:dLbls>
          <c:cat>
            <c:strRef>
              <c:f>Pivot_Tables!$D$4:$D$14</c:f>
              <c:strCache>
                <c:ptCount val="10"/>
                <c:pt idx="0">
                  <c:v>Bangalore</c:v>
                </c:pt>
                <c:pt idx="1">
                  <c:v>Chennai</c:v>
                </c:pt>
                <c:pt idx="2">
                  <c:v>Coimbatore</c:v>
                </c:pt>
                <c:pt idx="3">
                  <c:v>Delhi</c:v>
                </c:pt>
                <c:pt idx="4">
                  <c:v>Hyderabad</c:v>
                </c:pt>
                <c:pt idx="5">
                  <c:v>Kochi</c:v>
                </c:pt>
                <c:pt idx="6">
                  <c:v>Madurai</c:v>
                </c:pt>
                <c:pt idx="7">
                  <c:v>Mumbai</c:v>
                </c:pt>
                <c:pt idx="8">
                  <c:v>Pune</c:v>
                </c:pt>
                <c:pt idx="9">
                  <c:v>Vizag</c:v>
                </c:pt>
              </c:strCache>
            </c:strRef>
          </c:cat>
          <c:val>
            <c:numRef>
              <c:f>Pivot_Tables!$E$4:$E$14</c:f>
              <c:numCache>
                <c:formatCode>General</c:formatCode>
                <c:ptCount val="10"/>
                <c:pt idx="0">
                  <c:v>535</c:v>
                </c:pt>
                <c:pt idx="1">
                  <c:v>571</c:v>
                </c:pt>
                <c:pt idx="2">
                  <c:v>551</c:v>
                </c:pt>
                <c:pt idx="3">
                  <c:v>562</c:v>
                </c:pt>
                <c:pt idx="4">
                  <c:v>515</c:v>
                </c:pt>
                <c:pt idx="5">
                  <c:v>531</c:v>
                </c:pt>
                <c:pt idx="6">
                  <c:v>533</c:v>
                </c:pt>
                <c:pt idx="7">
                  <c:v>562</c:v>
                </c:pt>
                <c:pt idx="8">
                  <c:v>563</c:v>
                </c:pt>
                <c:pt idx="9">
                  <c:v>577</c:v>
                </c:pt>
              </c:numCache>
            </c:numRef>
          </c:val>
          <c:smooth val="0"/>
          <c:extLst>
            <c:ext xmlns:c16="http://schemas.microsoft.com/office/drawing/2014/chart" uri="{C3380CC4-5D6E-409C-BE32-E72D297353CC}">
              <c16:uniqueId val="{00000014-892D-4522-81D2-0A1E1EE18B32}"/>
            </c:ext>
          </c:extLst>
        </c:ser>
        <c:dLbls>
          <c:showLegendKey val="0"/>
          <c:showVal val="0"/>
          <c:showCatName val="0"/>
          <c:showSerName val="0"/>
          <c:showPercent val="0"/>
          <c:showBubbleSize val="0"/>
        </c:dLbls>
        <c:dropLines>
          <c:spPr>
            <a:ln w="9525" cap="flat" cmpd="sng" algn="ctr">
              <a:solidFill>
                <a:schemeClr val="tx2">
                  <a:lumMod val="75000"/>
                  <a:lumOff val="25000"/>
                </a:schemeClr>
              </a:solidFill>
              <a:round/>
            </a:ln>
            <a:effectLst/>
          </c:spPr>
        </c:dropLines>
        <c:marker val="1"/>
        <c:smooth val="0"/>
        <c:axId val="1872901327"/>
        <c:axId val="2004655295"/>
      </c:lineChart>
      <c:catAx>
        <c:axId val="1872901327"/>
        <c:scaling>
          <c:orientation val="minMax"/>
        </c:scaling>
        <c:delete val="0"/>
        <c:axPos val="b"/>
        <c:numFmt formatCode="General" sourceLinked="1"/>
        <c:majorTickMark val="none"/>
        <c:minorTickMark val="none"/>
        <c:tickLblPos val="nextTo"/>
        <c:spPr>
          <a:solidFill>
            <a:schemeClr val="bg1"/>
          </a:solidFill>
          <a:ln w="12700" cap="flat" cmpd="sng" algn="ctr">
            <a:solidFill>
              <a:schemeClr val="bg1"/>
            </a:solidFill>
            <a:round/>
          </a:ln>
          <a:effectLst/>
        </c:spPr>
        <c:txPr>
          <a:bodyPr rot="-60000000" spcFirstLastPara="1" vertOverflow="ellipsis" vert="horz" wrap="square" anchor="ctr" anchorCtr="1"/>
          <a:lstStyle/>
          <a:p>
            <a:pPr>
              <a:defRPr sz="1400" b="1" i="0" u="none" strike="noStrike" kern="1200" spc="100" baseline="0">
                <a:solidFill>
                  <a:schemeClr val="tx2">
                    <a:lumMod val="75000"/>
                    <a:lumOff val="25000"/>
                  </a:schemeClr>
                </a:solidFill>
                <a:latin typeface="+mn-lt"/>
                <a:ea typeface="+mn-ea"/>
                <a:cs typeface="+mn-cs"/>
              </a:defRPr>
            </a:pPr>
            <a:endParaRPr lang="en-US"/>
          </a:p>
        </c:txPr>
        <c:crossAx val="2004655295"/>
        <c:crosses val="autoZero"/>
        <c:auto val="1"/>
        <c:lblAlgn val="ctr"/>
        <c:lblOffset val="100"/>
        <c:noMultiLvlLbl val="0"/>
      </c:catAx>
      <c:valAx>
        <c:axId val="2004655295"/>
        <c:scaling>
          <c:orientation val="minMax"/>
        </c:scaling>
        <c:delete val="1"/>
        <c:axPos val="l"/>
        <c:numFmt formatCode="General" sourceLinked="1"/>
        <c:majorTickMark val="none"/>
        <c:minorTickMark val="none"/>
        <c:tickLblPos val="nextTo"/>
        <c:crossAx val="1872901327"/>
        <c:crosses val="autoZero"/>
        <c:crossBetween val="between"/>
      </c:valAx>
      <c:spPr>
        <a:solidFill>
          <a:schemeClr val="bg2">
            <a:lumMod val="20000"/>
            <a:lumOff val="80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349"/>
        <c:holeSize val="83"/>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[Project1_healthcare_messy_dataset_5700.xlsx]Pivot_Tables!PivotTable3</c:name>
    <c:fmtId val="54"/>
  </c:pivotSource>
  <c:chart>
    <c:autoTitleDeleted val="1"/>
    <c:pivotFmts>
      <c:pivotFmt>
        <c:idx val="0"/>
        <c:spPr>
          <a:solidFill>
            <a:schemeClr val="accent5">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5">
              <a:lumMod val="75000"/>
            </a:schemeClr>
          </a:solidFill>
          <a:ln>
            <a:noFill/>
          </a:ln>
          <a:effectLst/>
        </c:spPr>
        <c:dLbl>
          <c:idx val="0"/>
          <c:layout>
            <c:manualLayout>
              <c:x val="-1.5108444305651733E-2"/>
              <c:y val="0"/>
            </c:manualLayout>
          </c:layout>
          <c:spPr>
            <a:noFill/>
            <a:ln>
              <a:noFill/>
            </a:ln>
            <a:effectLst/>
          </c:spPr>
          <c:txPr>
            <a:bodyPr rot="0" spcFirstLastPara="1" vertOverflow="ellipsis" vert="horz" wrap="square" lIns="38100" tIns="19050" rIns="38100" bIns="19050" anchor="ctr" anchorCtr="1">
              <a:no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7114258734655333"/>
                  <c:h val="0.11872614111398457"/>
                </c:manualLayout>
              </c15:layout>
            </c:ext>
          </c:extLst>
        </c:dLbl>
      </c:pivotFmt>
      <c:pivotFmt>
        <c:idx val="2"/>
        <c:spPr>
          <a:solidFill>
            <a:schemeClr val="accent5">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5">
              <a:lumMod val="75000"/>
            </a:schemeClr>
          </a:solidFill>
          <a:ln>
            <a:noFill/>
          </a:ln>
          <a:effectLst/>
        </c:spPr>
        <c:dLbl>
          <c:idx val="0"/>
          <c:layout>
            <c:manualLayout>
              <c:x val="-1.5108444305651733E-2"/>
              <c:y val="0"/>
            </c:manualLayout>
          </c:layout>
          <c:spPr>
            <a:noFill/>
            <a:ln>
              <a:noFill/>
            </a:ln>
            <a:effectLst/>
          </c:spPr>
          <c:txPr>
            <a:bodyPr rot="0" spcFirstLastPara="1" vertOverflow="ellipsis" vert="horz" wrap="square" lIns="38100" tIns="19050" rIns="38100" bIns="19050" anchor="ctr" anchorCtr="1">
              <a:no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7114258734655333"/>
                  <c:h val="0.11872614111398457"/>
                </c:manualLayout>
              </c15:layout>
            </c:ext>
          </c:extLst>
        </c:dLbl>
      </c:pivotFmt>
      <c:pivotFmt>
        <c:idx val="4"/>
        <c:spPr>
          <a:solidFill>
            <a:schemeClr val="accent5">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5">
              <a:lumMod val="75000"/>
            </a:schemeClr>
          </a:solidFill>
          <a:ln>
            <a:noFill/>
          </a:ln>
          <a:effectLst/>
        </c:spPr>
        <c:dLbl>
          <c:idx val="0"/>
          <c:layout>
            <c:manualLayout>
              <c:x val="-1.5108444305651733E-2"/>
              <c:y val="0"/>
            </c:manualLayout>
          </c:layout>
          <c:spPr>
            <a:noFill/>
            <a:ln>
              <a:noFill/>
            </a:ln>
            <a:effectLst/>
          </c:spPr>
          <c:txPr>
            <a:bodyPr rot="0" spcFirstLastPara="1" vertOverflow="ellipsis" vert="horz" wrap="square" lIns="38100" tIns="19050" rIns="38100" bIns="19050" anchor="ctr" anchorCtr="1">
              <a:no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7114258734655333"/>
                  <c:h val="0.11872614111398457"/>
                </c:manualLayout>
              </c15:layout>
            </c:ext>
          </c:extLst>
        </c:dLbl>
      </c:pivotFmt>
      <c:pivotFmt>
        <c:idx val="6"/>
        <c:spPr>
          <a:solidFill>
            <a:schemeClr val="accent5">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5">
              <a:lumMod val="75000"/>
            </a:schemeClr>
          </a:solidFill>
          <a:ln>
            <a:noFill/>
          </a:ln>
          <a:effectLst/>
        </c:spPr>
        <c:dLbl>
          <c:idx val="0"/>
          <c:layout>
            <c:manualLayout>
              <c:x val="-1.5108444305651733E-2"/>
              <c:y val="0"/>
            </c:manualLayout>
          </c:layout>
          <c:spPr>
            <a:noFill/>
            <a:ln>
              <a:noFill/>
            </a:ln>
            <a:effectLst/>
          </c:spPr>
          <c:txPr>
            <a:bodyPr rot="0" spcFirstLastPara="1" vertOverflow="ellipsis" vert="horz" wrap="square" lIns="38100" tIns="19050" rIns="38100" bIns="19050" anchor="ctr" anchorCtr="1">
              <a:no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7114258734655333"/>
                  <c:h val="0.11872614111398457"/>
                </c:manualLayout>
              </c15:layout>
            </c:ext>
          </c:extLst>
        </c:dLbl>
      </c:pivotFmt>
      <c:pivotFmt>
        <c:idx val="8"/>
        <c:spPr>
          <a:solidFill>
            <a:schemeClr val="accent5">
              <a:lumMod val="7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5">
              <a:lumMod val="75000"/>
            </a:schemeClr>
          </a:solidFill>
          <a:ln>
            <a:noFill/>
          </a:ln>
          <a:effectLst/>
        </c:spPr>
        <c:dLbl>
          <c:idx val="0"/>
          <c:layout>
            <c:manualLayout>
              <c:x val="-1.5108444305651733E-2"/>
              <c:y val="0"/>
            </c:manualLayout>
          </c:layout>
          <c:spPr>
            <a:noFill/>
            <a:ln>
              <a:noFill/>
            </a:ln>
            <a:effectLst/>
          </c:spPr>
          <c:txPr>
            <a:bodyPr rot="0" spcFirstLastPara="1" vertOverflow="ellipsis" vert="horz" wrap="square" lIns="38100" tIns="19050" rIns="38100" bIns="19050" anchor="ctr" anchorCtr="1">
              <a:noAutofit/>
            </a:bodyPr>
            <a:lstStyle/>
            <a:p>
              <a:pPr>
                <a:defRPr sz="900" b="1" i="0" u="none" strike="noStrike" kern="1200" baseline="0">
                  <a:solidFill>
                    <a:schemeClr val="accent5">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7114258734655333"/>
                  <c:h val="0.11872614111398457"/>
                </c:manualLayout>
              </c15:layout>
            </c:ext>
          </c:extLst>
        </c:dLbl>
      </c:pivotFmt>
    </c:pivotFmts>
    <c:plotArea>
      <c:layout/>
      <c:barChart>
        <c:barDir val="bar"/>
        <c:grouping val="clustered"/>
        <c:varyColors val="0"/>
        <c:ser>
          <c:idx val="0"/>
          <c:order val="0"/>
          <c:tx>
            <c:strRef>
              <c:f>Pivot_Tables!$H$3</c:f>
              <c:strCache>
                <c:ptCount val="1"/>
                <c:pt idx="0">
                  <c:v>Total</c:v>
                </c:pt>
              </c:strCache>
            </c:strRef>
          </c:tx>
          <c:spPr>
            <a:solidFill>
              <a:schemeClr val="tx2">
                <a:lumMod val="75000"/>
                <a:lumOff val="25000"/>
              </a:schemeClr>
            </a:solidFill>
            <a:ln>
              <a:noFill/>
            </a:ln>
            <a:effectLst/>
          </c:spPr>
          <c:invertIfNegative val="0"/>
          <c:dPt>
            <c:idx val="0"/>
            <c:invertIfNegative val="0"/>
            <c:bubble3D val="0"/>
            <c:spPr>
              <a:solidFill>
                <a:schemeClr val="tx2">
                  <a:lumMod val="75000"/>
                  <a:lumOff val="25000"/>
                </a:schemeClr>
              </a:solidFill>
              <a:ln>
                <a:noFill/>
              </a:ln>
              <a:effectLst/>
            </c:spPr>
            <c:extLst>
              <c:ext xmlns:c16="http://schemas.microsoft.com/office/drawing/2014/chart" uri="{C3380CC4-5D6E-409C-BE32-E72D297353CC}">
                <c16:uniqueId val="{00000001-6F9B-444A-8FEF-5CDE891EE6DA}"/>
              </c:ext>
            </c:extLst>
          </c:dPt>
          <c:dLbls>
            <c:dLbl>
              <c:idx val="0"/>
              <c:layout>
                <c:manualLayout>
                  <c:x val="-1.5108444305651733E-2"/>
                  <c:y val="0"/>
                </c:manualLayout>
              </c:layout>
              <c:spPr>
                <a:noFill/>
                <a:ln>
                  <a:noFill/>
                </a:ln>
                <a:effectLst/>
              </c:spPr>
              <c:txPr>
                <a:bodyPr rot="0" spcFirstLastPara="1" vertOverflow="ellipsis" vert="horz" wrap="square" lIns="38100" tIns="19050" rIns="38100" bIns="19050" anchor="ctr" anchorCtr="1">
                  <a:noAutofit/>
                </a:bodyPr>
                <a:lstStyle/>
                <a:p>
                  <a:pPr>
                    <a:defRPr sz="1400" b="1" i="0" u="none" strike="noStrike" kern="1200" baseline="0">
                      <a:solidFill>
                        <a:schemeClr val="tx2">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7114258734655333"/>
                      <c:h val="0.11872614111398457"/>
                    </c:manualLayout>
                  </c15:layout>
                </c:ext>
                <c:ext xmlns:c16="http://schemas.microsoft.com/office/drawing/2014/chart" uri="{C3380CC4-5D6E-409C-BE32-E72D297353CC}">
                  <c16:uniqueId val="{00000001-6F9B-444A-8FEF-5CDE891EE6DA}"/>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2">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Pivot_Tables!$G$4:$G$11</c:f>
              <c:strCache>
                <c:ptCount val="7"/>
                <c:pt idx="0">
                  <c:v>Dr Singh</c:v>
                </c:pt>
                <c:pt idx="1">
                  <c:v>Dr Sharma</c:v>
                </c:pt>
                <c:pt idx="2">
                  <c:v>Dr Reddy</c:v>
                </c:pt>
                <c:pt idx="3">
                  <c:v>Dr Rao</c:v>
                </c:pt>
                <c:pt idx="4">
                  <c:v>Dr Nair</c:v>
                </c:pt>
                <c:pt idx="5">
                  <c:v>Dr Mehta</c:v>
                </c:pt>
                <c:pt idx="6">
                  <c:v>Dr Iyer</c:v>
                </c:pt>
              </c:strCache>
            </c:strRef>
          </c:cat>
          <c:val>
            <c:numRef>
              <c:f>Pivot_Tables!$H$4:$H$11</c:f>
              <c:numCache>
                <c:formatCode>0.00</c:formatCode>
                <c:ptCount val="7"/>
                <c:pt idx="0">
                  <c:v>3.0913621262458473</c:v>
                </c:pt>
                <c:pt idx="1">
                  <c:v>2.9942748091603053</c:v>
                </c:pt>
                <c:pt idx="2">
                  <c:v>3.0836363636363635</c:v>
                </c:pt>
                <c:pt idx="3">
                  <c:v>2.9359190556492409</c:v>
                </c:pt>
                <c:pt idx="4">
                  <c:v>3.0961887477313974</c:v>
                </c:pt>
                <c:pt idx="5">
                  <c:v>3.029126213592233</c:v>
                </c:pt>
                <c:pt idx="6">
                  <c:v>3.0678571428571431</c:v>
                </c:pt>
              </c:numCache>
            </c:numRef>
          </c:val>
          <c:extLst>
            <c:ext xmlns:c16="http://schemas.microsoft.com/office/drawing/2014/chart" uri="{C3380CC4-5D6E-409C-BE32-E72D297353CC}">
              <c16:uniqueId val="{00000002-6F9B-444A-8FEF-5CDE891EE6DA}"/>
            </c:ext>
          </c:extLst>
        </c:ser>
        <c:dLbls>
          <c:dLblPos val="outEnd"/>
          <c:showLegendKey val="0"/>
          <c:showVal val="1"/>
          <c:showCatName val="0"/>
          <c:showSerName val="0"/>
          <c:showPercent val="0"/>
          <c:showBubbleSize val="0"/>
        </c:dLbls>
        <c:gapWidth val="35"/>
        <c:axId val="1872900367"/>
        <c:axId val="2004654815"/>
      </c:barChart>
      <c:catAx>
        <c:axId val="1872900367"/>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2">
                    <a:lumMod val="75000"/>
                    <a:lumOff val="25000"/>
                  </a:schemeClr>
                </a:solidFill>
                <a:latin typeface="+mn-lt"/>
                <a:ea typeface="+mn-ea"/>
                <a:cs typeface="+mn-cs"/>
              </a:defRPr>
            </a:pPr>
            <a:endParaRPr lang="en-US"/>
          </a:p>
        </c:txPr>
        <c:crossAx val="2004654815"/>
        <c:crosses val="autoZero"/>
        <c:auto val="1"/>
        <c:lblAlgn val="ctr"/>
        <c:lblOffset val="100"/>
        <c:noMultiLvlLbl val="0"/>
      </c:catAx>
      <c:valAx>
        <c:axId val="2004654815"/>
        <c:scaling>
          <c:orientation val="minMax"/>
        </c:scaling>
        <c:delete val="1"/>
        <c:axPos val="b"/>
        <c:numFmt formatCode="0.00" sourceLinked="1"/>
        <c:majorTickMark val="out"/>
        <c:minorTickMark val="none"/>
        <c:tickLblPos val="nextTo"/>
        <c:crossAx val="1872900367"/>
        <c:crosses val="autoZero"/>
        <c:crossBetween val="between"/>
      </c:valAx>
      <c:spPr>
        <a:solidFill>
          <a:schemeClr val="bg2">
            <a:lumMod val="20000"/>
            <a:lumOff val="80000"/>
          </a:schemeClr>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2">
        <a:lumMod val="20000"/>
        <a:lumOff val="80000"/>
      </a:schemeClr>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349"/>
        <c:holeSize val="83"/>
      </c:doughnutChart>
      <c:spPr>
        <a:noFill/>
        <a:ln w="25400">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[Project1_healthcare_messy_dataset_5700.xlsx]Pivot_Tables!PivotTable4</c:name>
    <c:fmtId val="60"/>
  </c:pivotSource>
  <c:chart>
    <c:autoTitleDeleted val="1"/>
    <c:pivotFmts>
      <c:pivotFmt>
        <c:idx val="0"/>
        <c:spPr>
          <a:pattFill prst="ltUpDiag">
            <a:fgClr>
              <a:schemeClr val="accent1"/>
            </a:fgClr>
            <a:bgClr>
              <a:schemeClr val="accent1">
                <a:lumMod val="20000"/>
                <a:lumOff val="80000"/>
              </a:schemeClr>
            </a:bgClr>
          </a:pattFill>
          <a:ln w="19050">
            <a:solidFill>
              <a:schemeClr val="lt1"/>
            </a:solidFill>
          </a:ln>
          <a:effectLst>
            <a:innerShdw blurRad="114300">
              <a:schemeClr val="accent1"/>
            </a:innerShdw>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pattFill prst="ltUpDiag">
            <a:fgClr>
              <a:schemeClr val="accent1"/>
            </a:fgClr>
            <a:bgClr>
              <a:schemeClr val="accent1">
                <a:lumMod val="20000"/>
                <a:lumOff val="80000"/>
              </a:schemeClr>
            </a:bgClr>
          </a:pattFill>
          <a:ln w="19050">
            <a:solidFill>
              <a:schemeClr val="lt1"/>
            </a:solidFill>
          </a:ln>
          <a:effectLst>
            <a:innerShdw blurRad="114300">
              <a:schemeClr val="accent1"/>
            </a:innerShdw>
          </a:effectLst>
        </c:spPr>
        <c:dLbl>
          <c:idx val="0"/>
          <c:layout>
            <c:manualLayout>
              <c:x val="0.10428305400372433"/>
              <c:y val="-0.16494848931428185"/>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pattFill prst="ltUpDiag">
            <a:fgClr>
              <a:schemeClr val="accent1"/>
            </a:fgClr>
            <a:bgClr>
              <a:schemeClr val="accent1">
                <a:lumMod val="20000"/>
                <a:lumOff val="80000"/>
              </a:schemeClr>
            </a:bgClr>
          </a:pattFill>
          <a:ln w="19050">
            <a:solidFill>
              <a:schemeClr val="lt1"/>
            </a:solidFill>
          </a:ln>
          <a:effectLst>
            <a:innerShdw blurRad="114300">
              <a:schemeClr val="accent1"/>
            </a:innerShdw>
          </a:effectLst>
        </c:spPr>
        <c:dLbl>
          <c:idx val="0"/>
          <c:layout>
            <c:manualLayout>
              <c:x val="0.10055865921787703"/>
              <c:y val="0.16494848931428174"/>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
        <c:spPr>
          <a:pattFill prst="ltUpDiag">
            <a:fgClr>
              <a:schemeClr val="accent1"/>
            </a:fgClr>
            <a:bgClr>
              <a:schemeClr val="accent1">
                <a:lumMod val="20000"/>
                <a:lumOff val="80000"/>
              </a:schemeClr>
            </a:bgClr>
          </a:pattFill>
          <a:ln w="19050">
            <a:solidFill>
              <a:schemeClr val="lt1"/>
            </a:solidFill>
          </a:ln>
          <a:effectLst>
            <a:innerShdw blurRad="114300">
              <a:schemeClr val="accent1"/>
            </a:innerShdw>
          </a:effectLst>
        </c:spPr>
        <c:dLbl>
          <c:idx val="0"/>
          <c:layout>
            <c:manualLayout>
              <c:x val="-7.4487895716945996E-3"/>
              <c:y val="9.8969093588569007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
        <c:spPr>
          <a:solidFill>
            <a:schemeClr val="accent4">
              <a:lumMod val="60000"/>
              <a:lumOff val="40000"/>
            </a:schemeClr>
          </a:solidFill>
          <a:ln w="19050">
            <a:solidFill>
              <a:schemeClr val="lt1"/>
            </a:solidFill>
          </a:ln>
          <a:effectLst>
            <a:innerShdw blurRad="114300">
              <a:schemeClr val="accent1"/>
            </a:innerShdw>
          </a:effectLst>
        </c:spPr>
        <c:dLbl>
          <c:idx val="0"/>
          <c:layout>
            <c:manualLayout>
              <c:x val="-7.8212290502793297E-2"/>
              <c:y val="8.7972527634283662E-2"/>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5"/>
        <c:spPr>
          <a:pattFill prst="ltUpDiag">
            <a:fgClr>
              <a:schemeClr val="accent1"/>
            </a:fgClr>
            <a:bgClr>
              <a:schemeClr val="accent1">
                <a:lumMod val="20000"/>
                <a:lumOff val="80000"/>
              </a:schemeClr>
            </a:bgClr>
          </a:pattFill>
          <a:ln w="19050">
            <a:solidFill>
              <a:schemeClr val="lt1"/>
            </a:solidFill>
          </a:ln>
          <a:effectLst>
            <a:innerShdw blurRad="114300">
              <a:schemeClr val="accent1"/>
            </a:innerShdw>
          </a:effectLst>
        </c:spPr>
        <c:dLbl>
          <c:idx val="0"/>
          <c:layout>
            <c:manualLayout>
              <c:x val="-6.7039106145251395E-2"/>
              <c:y val="-0.1154639425199973"/>
            </c:manualLayout>
          </c:layout>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6"/>
        <c:spPr>
          <a:pattFill prst="ltUpDiag">
            <a:fgClr>
              <a:schemeClr val="accent1"/>
            </a:fgClr>
            <a:bgClr>
              <a:schemeClr val="accent1">
                <a:lumMod val="20000"/>
                <a:lumOff val="80000"/>
              </a:schemeClr>
            </a:bgClr>
          </a:pattFill>
          <a:ln w="19050">
            <a:solidFill>
              <a:schemeClr val="accent5">
                <a:lumMod val="75000"/>
              </a:schemeClr>
            </a:solid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tx2">
              <a:lumMod val="40000"/>
              <a:lumOff val="60000"/>
            </a:schemeClr>
          </a:solidFill>
          <a:ln w="19050">
            <a:solidFill>
              <a:schemeClr val="accent5">
                <a:lumMod val="75000"/>
              </a:schemeClr>
            </a:solidFill>
          </a:ln>
          <a:effectLst>
            <a:innerShdw blurRad="114300">
              <a:schemeClr val="accent1"/>
            </a:innerShdw>
          </a:effectLst>
        </c:spPr>
        <c:dLbl>
          <c:idx val="0"/>
          <c:layout>
            <c:manualLayout>
              <c:x val="0.17877094972067054"/>
              <c:y val="-9.896909358856916E-2"/>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95.84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8"/>
        <c:spPr>
          <a:solidFill>
            <a:schemeClr val="accent6">
              <a:lumMod val="60000"/>
              <a:lumOff val="40000"/>
            </a:schemeClr>
          </a:solidFill>
          <a:ln w="19050">
            <a:solidFill>
              <a:schemeClr val="accent5">
                <a:lumMod val="75000"/>
              </a:schemeClr>
            </a:solidFill>
          </a:ln>
          <a:effectLst>
            <a:innerShdw blurRad="114300">
              <a:schemeClr val="accent1"/>
            </a:innerShdw>
          </a:effectLst>
        </c:spPr>
        <c:dLbl>
          <c:idx val="0"/>
          <c:layout>
            <c:manualLayout>
              <c:x val="0.14525139664804471"/>
              <c:y val="0.13195879145142547"/>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87.55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9"/>
        <c:spPr>
          <a:solidFill>
            <a:srgbClr val="ECEF67"/>
          </a:solidFill>
          <a:ln w="19050">
            <a:solidFill>
              <a:schemeClr val="accent5">
                <a:lumMod val="75000"/>
              </a:schemeClr>
            </a:solidFill>
          </a:ln>
          <a:effectLst>
            <a:innerShdw blurRad="114300">
              <a:schemeClr val="accent1"/>
            </a:innerShdw>
          </a:effectLst>
        </c:spPr>
        <c:dLbl>
          <c:idx val="0"/>
          <c:layout>
            <c:manualLayout>
              <c:x val="-0.10800744878957176"/>
              <c:y val="0.1154639425199973"/>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82.92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10"/>
        <c:spPr>
          <a:noFill/>
          <a:ln w="19050">
            <a:solidFill>
              <a:schemeClr val="accent5">
                <a:lumMod val="75000"/>
              </a:schemeClr>
            </a:solidFill>
          </a:ln>
          <a:effectLst>
            <a:innerShdw blurRad="114300">
              <a:schemeClr val="accent1"/>
            </a:innerShdw>
          </a:effectLst>
        </c:spPr>
        <c:dLbl>
          <c:idx val="0"/>
          <c:layout>
            <c:manualLayout>
              <c:x val="-0.14152700186219738"/>
              <c:y val="5.4982829771427287E-2"/>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t>102.27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11"/>
        <c:spPr>
          <a:solidFill>
            <a:schemeClr val="accent5">
              <a:lumMod val="60000"/>
              <a:lumOff val="40000"/>
            </a:schemeClr>
          </a:solidFill>
          <a:ln w="19050">
            <a:solidFill>
              <a:schemeClr val="accent5">
                <a:lumMod val="75000"/>
              </a:schemeClr>
            </a:solidFill>
          </a:ln>
          <a:effectLst>
            <a:innerShdw blurRad="114300">
              <a:schemeClr val="accent1"/>
            </a:innerShdw>
          </a:effectLst>
        </c:spPr>
        <c:dLbl>
          <c:idx val="0"/>
          <c:layout>
            <c:manualLayout>
              <c:x val="-4.8417132216014895E-2"/>
              <c:y val="-0.16494848931428191"/>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2"/>
        <c:spPr>
          <a:pattFill prst="ltUpDiag">
            <a:fgClr>
              <a:schemeClr val="accent1"/>
            </a:fgClr>
            <a:bgClr>
              <a:schemeClr val="accent1">
                <a:lumMod val="20000"/>
                <a:lumOff val="80000"/>
              </a:schemeClr>
            </a:bgClr>
          </a:pattFill>
          <a:ln w="19050">
            <a:solidFill>
              <a:schemeClr val="accent5">
                <a:lumMod val="75000"/>
              </a:schemeClr>
            </a:solid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lumMod val="60000"/>
              <a:lumOff val="40000"/>
            </a:schemeClr>
          </a:solidFill>
          <a:ln w="19050">
            <a:solidFill>
              <a:schemeClr val="accent5">
                <a:lumMod val="75000"/>
              </a:schemeClr>
            </a:solidFill>
          </a:ln>
          <a:effectLst>
            <a:innerShdw blurRad="114300">
              <a:schemeClr val="accent1"/>
            </a:innerShdw>
          </a:effectLst>
        </c:spPr>
        <c:dLbl>
          <c:idx val="0"/>
          <c:layout>
            <c:manualLayout>
              <c:x val="0.15642458100558665"/>
              <c:y val="-0.12646050847428275"/>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solidFill>
                      <a:schemeClr val="accent5">
                        <a:lumMod val="75000"/>
                      </a:schemeClr>
                    </a:solidFill>
                  </a:rPr>
                  <a:t>95.8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14"/>
        <c:spPr>
          <a:solidFill>
            <a:schemeClr val="accent6">
              <a:lumMod val="60000"/>
              <a:lumOff val="40000"/>
            </a:schemeClr>
          </a:solidFill>
          <a:ln w="19050">
            <a:solidFill>
              <a:schemeClr val="accent5">
                <a:lumMod val="75000"/>
              </a:schemeClr>
            </a:solidFill>
          </a:ln>
          <a:effectLst>
            <a:innerShdw blurRad="114300">
              <a:schemeClr val="accent1"/>
            </a:innerShdw>
          </a:effectLst>
        </c:spPr>
        <c:dLbl>
          <c:idx val="0"/>
          <c:layout>
            <c:manualLayout>
              <c:x val="0.16759776536312843"/>
              <c:y val="0.17044677229142458"/>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solidFill>
                      <a:schemeClr val="accent5">
                        <a:lumMod val="75000"/>
                      </a:schemeClr>
                    </a:solidFill>
                  </a:rPr>
                  <a:t>87.5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15"/>
        <c:spPr>
          <a:solidFill>
            <a:schemeClr val="accent3">
              <a:lumMod val="60000"/>
              <a:lumOff val="40000"/>
            </a:schemeClr>
          </a:solidFill>
          <a:ln w="19050">
            <a:solidFill>
              <a:schemeClr val="accent5">
                <a:lumMod val="75000"/>
              </a:schemeClr>
            </a:solidFill>
          </a:ln>
          <a:effectLst>
            <a:innerShdw blurRad="114300">
              <a:schemeClr val="accent1"/>
            </a:innerShdw>
          </a:effectLst>
        </c:spPr>
        <c:dLbl>
          <c:idx val="0"/>
          <c:layout>
            <c:manualLayout>
              <c:x val="7.0763500931098691E-2"/>
              <c:y val="0.14295535740571075"/>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solidFill>
                      <a:schemeClr val="accent5">
                        <a:lumMod val="75000"/>
                      </a:schemeClr>
                    </a:solidFill>
                  </a:rPr>
                  <a:t>82.9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16"/>
        <c:spPr>
          <a:solidFill>
            <a:schemeClr val="accent4">
              <a:lumMod val="60000"/>
              <a:lumOff val="40000"/>
            </a:schemeClr>
          </a:solidFill>
          <a:ln w="19050">
            <a:solidFill>
              <a:schemeClr val="accent5">
                <a:lumMod val="75000"/>
              </a:schemeClr>
            </a:solidFill>
          </a:ln>
          <a:effectLst>
            <a:innerShdw blurRad="114300">
              <a:schemeClr val="accent1"/>
            </a:innerShdw>
          </a:effectLst>
        </c:spPr>
        <c:dLbl>
          <c:idx val="0"/>
          <c:layout>
            <c:manualLayout>
              <c:x val="-0.1202445783662517"/>
              <c:y val="0.15235616052725254"/>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solidFill>
                      <a:schemeClr val="accent5">
                        <a:lumMod val="75000"/>
                      </a:schemeClr>
                    </a:solidFill>
                  </a:rPr>
                  <a:t>102.3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17"/>
        <c:spPr>
          <a:solidFill>
            <a:schemeClr val="accent5">
              <a:lumMod val="60000"/>
              <a:lumOff val="40000"/>
            </a:schemeClr>
          </a:solidFill>
          <a:ln w="19050">
            <a:solidFill>
              <a:schemeClr val="accent5">
                <a:lumMod val="75000"/>
              </a:schemeClr>
            </a:solidFill>
          </a:ln>
          <a:effectLst>
            <a:innerShdw blurRad="114300">
              <a:schemeClr val="accent1"/>
            </a:innerShdw>
          </a:effectLst>
        </c:spPr>
        <c:dLbl>
          <c:idx val="0"/>
          <c:layout>
            <c:manualLayout>
              <c:x val="-5.2141527001862198E-2"/>
              <c:y val="-0.18144333824571002"/>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solidFill>
                      <a:schemeClr val="accent5">
                        <a:lumMod val="75000"/>
                      </a:schemeClr>
                    </a:solidFill>
                  </a:rPr>
                  <a:t>87.9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18"/>
        <c:spPr>
          <a:pattFill prst="ltUpDiag">
            <a:fgClr>
              <a:schemeClr val="accent1"/>
            </a:fgClr>
            <a:bgClr>
              <a:schemeClr val="accent1">
                <a:lumMod val="20000"/>
                <a:lumOff val="80000"/>
              </a:schemeClr>
            </a:bgClr>
          </a:pattFill>
          <a:ln w="19050">
            <a:solidFill>
              <a:schemeClr val="accent5">
                <a:lumMod val="75000"/>
              </a:schemeClr>
            </a:solid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1">
              <a:lumMod val="60000"/>
              <a:lumOff val="40000"/>
            </a:schemeClr>
          </a:solidFill>
          <a:ln w="19050">
            <a:solidFill>
              <a:schemeClr val="accent5">
                <a:lumMod val="75000"/>
              </a:schemeClr>
            </a:solidFill>
          </a:ln>
          <a:effectLst>
            <a:innerShdw blurRad="114300">
              <a:schemeClr val="accent1"/>
            </a:innerShdw>
          </a:effectLst>
        </c:spPr>
        <c:dLbl>
          <c:idx val="0"/>
          <c:layout>
            <c:manualLayout>
              <c:x val="0.15642458100558665"/>
              <c:y val="-0.12646050847428275"/>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solidFill>
                      <a:schemeClr val="accent5">
                        <a:lumMod val="75000"/>
                      </a:schemeClr>
                    </a:solidFill>
                  </a:rPr>
                  <a:t>95.8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20"/>
        <c:spPr>
          <a:solidFill>
            <a:schemeClr val="accent6">
              <a:lumMod val="60000"/>
              <a:lumOff val="40000"/>
            </a:schemeClr>
          </a:solidFill>
          <a:ln w="19050">
            <a:solidFill>
              <a:schemeClr val="accent5">
                <a:lumMod val="75000"/>
              </a:schemeClr>
            </a:solidFill>
          </a:ln>
          <a:effectLst>
            <a:innerShdw blurRad="114300">
              <a:schemeClr val="accent1"/>
            </a:innerShdw>
          </a:effectLst>
        </c:spPr>
        <c:dLbl>
          <c:idx val="0"/>
          <c:layout>
            <c:manualLayout>
              <c:x val="0.16759776536312843"/>
              <c:y val="0.17044677229142458"/>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solidFill>
                      <a:schemeClr val="accent5">
                        <a:lumMod val="75000"/>
                      </a:schemeClr>
                    </a:solidFill>
                  </a:rPr>
                  <a:t>87.5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21"/>
        <c:spPr>
          <a:solidFill>
            <a:schemeClr val="accent3">
              <a:lumMod val="60000"/>
              <a:lumOff val="40000"/>
            </a:schemeClr>
          </a:solidFill>
          <a:ln w="19050">
            <a:solidFill>
              <a:schemeClr val="accent5">
                <a:lumMod val="75000"/>
              </a:schemeClr>
            </a:solidFill>
          </a:ln>
          <a:effectLst>
            <a:innerShdw blurRad="114300">
              <a:schemeClr val="accent1"/>
            </a:innerShdw>
          </a:effectLst>
        </c:spPr>
        <c:dLbl>
          <c:idx val="0"/>
          <c:layout>
            <c:manualLayout>
              <c:x val="7.0763500931098691E-2"/>
              <c:y val="0.14295535740571075"/>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solidFill>
                      <a:schemeClr val="accent5">
                        <a:lumMod val="75000"/>
                      </a:schemeClr>
                    </a:solidFill>
                  </a:rPr>
                  <a:t>82.9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22"/>
        <c:spPr>
          <a:solidFill>
            <a:schemeClr val="accent4">
              <a:lumMod val="60000"/>
              <a:lumOff val="40000"/>
            </a:schemeClr>
          </a:solidFill>
          <a:ln w="19050">
            <a:solidFill>
              <a:schemeClr val="accent5">
                <a:lumMod val="75000"/>
              </a:schemeClr>
            </a:solidFill>
          </a:ln>
          <a:effectLst>
            <a:innerShdw blurRad="114300">
              <a:schemeClr val="accent1"/>
            </a:innerShdw>
          </a:effectLst>
        </c:spPr>
        <c:dLbl>
          <c:idx val="0"/>
          <c:layout>
            <c:manualLayout>
              <c:x val="-0.1202445783662517"/>
              <c:y val="0.15235616052725254"/>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solidFill>
                      <a:schemeClr val="accent5">
                        <a:lumMod val="75000"/>
                      </a:schemeClr>
                    </a:solidFill>
                  </a:rPr>
                  <a:t>102.3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23"/>
        <c:spPr>
          <a:solidFill>
            <a:schemeClr val="accent5">
              <a:lumMod val="60000"/>
              <a:lumOff val="40000"/>
            </a:schemeClr>
          </a:solidFill>
          <a:ln w="19050">
            <a:solidFill>
              <a:schemeClr val="accent5">
                <a:lumMod val="75000"/>
              </a:schemeClr>
            </a:solidFill>
          </a:ln>
          <a:effectLst>
            <a:innerShdw blurRad="114300">
              <a:schemeClr val="accent1"/>
            </a:innerShdw>
          </a:effectLst>
        </c:spPr>
        <c:dLbl>
          <c:idx val="0"/>
          <c:layout>
            <c:manualLayout>
              <c:x val="-5.2141527001862198E-2"/>
              <c:y val="-0.18144333824571002"/>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solidFill>
                      <a:schemeClr val="accent5">
                        <a:lumMod val="75000"/>
                      </a:schemeClr>
                    </a:solidFill>
                  </a:rPr>
                  <a:t>87.9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24"/>
        <c:spPr>
          <a:pattFill prst="ltUpDiag">
            <a:fgClr>
              <a:schemeClr val="accent1"/>
            </a:fgClr>
            <a:bgClr>
              <a:schemeClr val="accent1">
                <a:lumMod val="20000"/>
                <a:lumOff val="80000"/>
              </a:schemeClr>
            </a:bgClr>
          </a:pattFill>
          <a:ln w="19050">
            <a:solidFill>
              <a:schemeClr val="accent5">
                <a:lumMod val="75000"/>
              </a:schemeClr>
            </a:solid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5"/>
        <c:spPr>
          <a:solidFill>
            <a:schemeClr val="accent1">
              <a:lumMod val="60000"/>
              <a:lumOff val="40000"/>
            </a:schemeClr>
          </a:solidFill>
          <a:ln w="19050">
            <a:solidFill>
              <a:schemeClr val="accent5">
                <a:lumMod val="75000"/>
              </a:schemeClr>
            </a:solidFill>
          </a:ln>
          <a:effectLst>
            <a:innerShdw blurRad="114300">
              <a:schemeClr val="accent1"/>
            </a:innerShdw>
          </a:effectLst>
        </c:spPr>
        <c:dLbl>
          <c:idx val="0"/>
          <c:layout>
            <c:manualLayout>
              <c:x val="0.15642458100558665"/>
              <c:y val="-0.12646050847428275"/>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solidFill>
                      <a:schemeClr val="accent5">
                        <a:lumMod val="75000"/>
                      </a:schemeClr>
                    </a:solidFill>
                  </a:rPr>
                  <a:t>95.8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26"/>
        <c:spPr>
          <a:solidFill>
            <a:schemeClr val="accent6">
              <a:lumMod val="60000"/>
              <a:lumOff val="40000"/>
            </a:schemeClr>
          </a:solidFill>
          <a:ln w="19050">
            <a:solidFill>
              <a:schemeClr val="accent5">
                <a:lumMod val="75000"/>
              </a:schemeClr>
            </a:solidFill>
          </a:ln>
          <a:effectLst>
            <a:innerShdw blurRad="114300">
              <a:schemeClr val="accent1"/>
            </a:innerShdw>
          </a:effectLst>
        </c:spPr>
        <c:dLbl>
          <c:idx val="0"/>
          <c:layout>
            <c:manualLayout>
              <c:x val="0.16759776536312843"/>
              <c:y val="0.17044677229142458"/>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solidFill>
                      <a:schemeClr val="accent5">
                        <a:lumMod val="75000"/>
                      </a:schemeClr>
                    </a:solidFill>
                  </a:rPr>
                  <a:t>87.5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27"/>
        <c:spPr>
          <a:solidFill>
            <a:schemeClr val="accent3">
              <a:lumMod val="60000"/>
              <a:lumOff val="40000"/>
            </a:schemeClr>
          </a:solidFill>
          <a:ln w="19050">
            <a:solidFill>
              <a:schemeClr val="accent5">
                <a:lumMod val="75000"/>
              </a:schemeClr>
            </a:solidFill>
          </a:ln>
          <a:effectLst>
            <a:innerShdw blurRad="114300">
              <a:schemeClr val="accent1"/>
            </a:innerShdw>
          </a:effectLst>
        </c:spPr>
        <c:dLbl>
          <c:idx val="0"/>
          <c:layout>
            <c:manualLayout>
              <c:x val="7.0763500931098691E-2"/>
              <c:y val="0.14295535740571075"/>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solidFill>
                      <a:schemeClr val="accent5">
                        <a:lumMod val="75000"/>
                      </a:schemeClr>
                    </a:solidFill>
                  </a:rPr>
                  <a:t>82.9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28"/>
        <c:spPr>
          <a:solidFill>
            <a:schemeClr val="accent4">
              <a:lumMod val="60000"/>
              <a:lumOff val="40000"/>
            </a:schemeClr>
          </a:solidFill>
          <a:ln w="19050">
            <a:solidFill>
              <a:schemeClr val="accent5">
                <a:lumMod val="75000"/>
              </a:schemeClr>
            </a:solidFill>
          </a:ln>
          <a:effectLst>
            <a:innerShdw blurRad="114300">
              <a:schemeClr val="accent1"/>
            </a:innerShdw>
          </a:effectLst>
        </c:spPr>
        <c:dLbl>
          <c:idx val="0"/>
          <c:layout>
            <c:manualLayout>
              <c:x val="-0.1202445783662517"/>
              <c:y val="0.15235616052725254"/>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solidFill>
                      <a:schemeClr val="accent5">
                        <a:lumMod val="75000"/>
                      </a:schemeClr>
                    </a:solidFill>
                  </a:rPr>
                  <a:t>102.3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29"/>
        <c:spPr>
          <a:solidFill>
            <a:schemeClr val="accent5">
              <a:lumMod val="60000"/>
              <a:lumOff val="40000"/>
            </a:schemeClr>
          </a:solidFill>
          <a:ln w="19050">
            <a:solidFill>
              <a:schemeClr val="accent5">
                <a:lumMod val="75000"/>
              </a:schemeClr>
            </a:solidFill>
          </a:ln>
          <a:effectLst>
            <a:innerShdw blurRad="114300">
              <a:schemeClr val="accent1"/>
            </a:innerShdw>
          </a:effectLst>
        </c:spPr>
        <c:dLbl>
          <c:idx val="0"/>
          <c:layout>
            <c:manualLayout>
              <c:x val="-5.2141527001862198E-2"/>
              <c:y val="-0.18144333824571002"/>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r>
                  <a:rPr lang="en-US">
                    <a:solidFill>
                      <a:schemeClr val="accent5">
                        <a:lumMod val="75000"/>
                      </a:schemeClr>
                    </a:solidFill>
                  </a:rPr>
                  <a:t>87.9 L</a:t>
                </a:r>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Lst>
        </c:dLbl>
      </c:pivotFmt>
    </c:pivotFmts>
    <c:plotArea>
      <c:layout/>
      <c:doughnutChart>
        <c:varyColors val="1"/>
        <c:ser>
          <c:idx val="0"/>
          <c:order val="0"/>
          <c:tx>
            <c:strRef>
              <c:f>Pivot_Tables!$K$3</c:f>
              <c:strCache>
                <c:ptCount val="1"/>
                <c:pt idx="0">
                  <c:v>Total</c:v>
                </c:pt>
              </c:strCache>
            </c:strRef>
          </c:tx>
          <c:spPr>
            <a:ln>
              <a:solidFill>
                <a:schemeClr val="tx2">
                  <a:lumMod val="75000"/>
                  <a:lumOff val="25000"/>
                </a:schemeClr>
              </a:solidFill>
            </a:ln>
          </c:spPr>
          <c:dPt>
            <c:idx val="0"/>
            <c:bubble3D val="0"/>
            <c:spPr>
              <a:solidFill>
                <a:schemeClr val="accent4">
                  <a:lumMod val="60000"/>
                  <a:lumOff val="40000"/>
                </a:schemeClr>
              </a:solidFill>
              <a:ln w="19050">
                <a:solidFill>
                  <a:schemeClr val="tx2">
                    <a:lumMod val="75000"/>
                    <a:lumOff val="25000"/>
                  </a:schemeClr>
                </a:solidFill>
              </a:ln>
              <a:effectLst>
                <a:innerShdw blurRad="114300">
                  <a:schemeClr val="accent1"/>
                </a:innerShdw>
              </a:effectLst>
            </c:spPr>
            <c:extLst>
              <c:ext xmlns:c16="http://schemas.microsoft.com/office/drawing/2014/chart" uri="{C3380CC4-5D6E-409C-BE32-E72D297353CC}">
                <c16:uniqueId val="{00000001-5119-4103-A683-C6B20B2CB00C}"/>
              </c:ext>
            </c:extLst>
          </c:dPt>
          <c:dPt>
            <c:idx val="1"/>
            <c:bubble3D val="0"/>
            <c:spPr>
              <a:solidFill>
                <a:schemeClr val="accent1">
                  <a:lumMod val="75000"/>
                </a:schemeClr>
              </a:solidFill>
              <a:ln w="19050">
                <a:solidFill>
                  <a:schemeClr val="accent6">
                    <a:lumMod val="60000"/>
                    <a:lumOff val="40000"/>
                  </a:schemeClr>
                </a:solidFill>
              </a:ln>
              <a:effectLst>
                <a:innerShdw blurRad="114300">
                  <a:schemeClr val="accent2"/>
                </a:innerShdw>
              </a:effectLst>
            </c:spPr>
            <c:extLst>
              <c:ext xmlns:c16="http://schemas.microsoft.com/office/drawing/2014/chart" uri="{C3380CC4-5D6E-409C-BE32-E72D297353CC}">
                <c16:uniqueId val="{00000003-5119-4103-A683-C6B20B2CB00C}"/>
              </c:ext>
            </c:extLst>
          </c:dPt>
          <c:dPt>
            <c:idx val="2"/>
            <c:bubble3D val="0"/>
            <c:spPr>
              <a:solidFill>
                <a:schemeClr val="accent1">
                  <a:lumMod val="60000"/>
                  <a:lumOff val="40000"/>
                </a:schemeClr>
              </a:solidFill>
              <a:ln w="19050">
                <a:solidFill>
                  <a:schemeClr val="tx2">
                    <a:lumMod val="75000"/>
                    <a:lumOff val="25000"/>
                  </a:schemeClr>
                </a:solidFill>
              </a:ln>
              <a:effectLst>
                <a:innerShdw blurRad="114300">
                  <a:schemeClr val="accent3"/>
                </a:innerShdw>
              </a:effectLst>
            </c:spPr>
            <c:extLst>
              <c:ext xmlns:c16="http://schemas.microsoft.com/office/drawing/2014/chart" uri="{C3380CC4-5D6E-409C-BE32-E72D297353CC}">
                <c16:uniqueId val="{00000005-5119-4103-A683-C6B20B2CB00C}"/>
              </c:ext>
            </c:extLst>
          </c:dPt>
          <c:dPt>
            <c:idx val="3"/>
            <c:bubble3D val="0"/>
            <c:explosion val="8"/>
            <c:spPr>
              <a:solidFill>
                <a:schemeClr val="bg2">
                  <a:lumMod val="75000"/>
                </a:schemeClr>
              </a:solidFill>
              <a:ln w="19050">
                <a:solidFill>
                  <a:schemeClr val="tx2">
                    <a:lumMod val="75000"/>
                    <a:lumOff val="25000"/>
                  </a:schemeClr>
                </a:solidFill>
              </a:ln>
              <a:effectLst>
                <a:innerShdw blurRad="114300">
                  <a:schemeClr val="accent4"/>
                </a:innerShdw>
              </a:effectLst>
            </c:spPr>
            <c:extLst>
              <c:ext xmlns:c16="http://schemas.microsoft.com/office/drawing/2014/chart" uri="{C3380CC4-5D6E-409C-BE32-E72D297353CC}">
                <c16:uniqueId val="{00000007-5119-4103-A683-C6B20B2CB00C}"/>
              </c:ext>
            </c:extLst>
          </c:dPt>
          <c:dPt>
            <c:idx val="4"/>
            <c:bubble3D val="0"/>
            <c:spPr>
              <a:solidFill>
                <a:schemeClr val="bg2">
                  <a:lumMod val="60000"/>
                  <a:lumOff val="40000"/>
                </a:schemeClr>
              </a:solidFill>
              <a:ln w="19050">
                <a:solidFill>
                  <a:schemeClr val="tx2">
                    <a:lumMod val="75000"/>
                    <a:lumOff val="25000"/>
                  </a:schemeClr>
                </a:solidFill>
              </a:ln>
              <a:effectLst>
                <a:innerShdw blurRad="114300">
                  <a:schemeClr val="accent5"/>
                </a:innerShdw>
              </a:effectLst>
            </c:spPr>
            <c:extLst>
              <c:ext xmlns:c16="http://schemas.microsoft.com/office/drawing/2014/chart" uri="{C3380CC4-5D6E-409C-BE32-E72D297353CC}">
                <c16:uniqueId val="{00000009-5119-4103-A683-C6B20B2CB00C}"/>
              </c:ext>
            </c:extLst>
          </c:dPt>
          <c:dLbls>
            <c:dLbl>
              <c:idx val="0"/>
              <c:layout>
                <c:manualLayout>
                  <c:x val="0.15642458100558665"/>
                  <c:y val="-0.12646050847428275"/>
                </c:manualLayout>
              </c:layout>
              <c:tx>
                <c:rich>
                  <a:bodyPr/>
                  <a:lstStyle/>
                  <a:p>
                    <a:r>
                      <a:rPr lang="en-US">
                        <a:solidFill>
                          <a:schemeClr val="tx2">
                            <a:lumMod val="75000"/>
                            <a:lumOff val="25000"/>
                          </a:schemeClr>
                        </a:solidFill>
                      </a:rPr>
                      <a:t>95.8 L</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5119-4103-A683-C6B20B2CB00C}"/>
                </c:ext>
              </c:extLst>
            </c:dLbl>
            <c:dLbl>
              <c:idx val="1"/>
              <c:layout>
                <c:manualLayout>
                  <c:x val="0.16759776536312843"/>
                  <c:y val="0.17044677229142458"/>
                </c:manualLayout>
              </c:layout>
              <c:tx>
                <c:rich>
                  <a:bodyPr/>
                  <a:lstStyle/>
                  <a:p>
                    <a:r>
                      <a:rPr lang="en-US">
                        <a:solidFill>
                          <a:schemeClr val="tx2">
                            <a:lumMod val="75000"/>
                            <a:lumOff val="25000"/>
                          </a:schemeClr>
                        </a:solidFill>
                      </a:rPr>
                      <a:t>87.5 L</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5119-4103-A683-C6B20B2CB00C}"/>
                </c:ext>
              </c:extLst>
            </c:dLbl>
            <c:dLbl>
              <c:idx val="2"/>
              <c:layout>
                <c:manualLayout>
                  <c:x val="7.0763500931098691E-2"/>
                  <c:y val="0.14295535740571075"/>
                </c:manualLayout>
              </c:layout>
              <c:tx>
                <c:rich>
                  <a:bodyPr/>
                  <a:lstStyle/>
                  <a:p>
                    <a:r>
                      <a:rPr lang="en-US">
                        <a:solidFill>
                          <a:schemeClr val="tx2">
                            <a:lumMod val="75000"/>
                            <a:lumOff val="25000"/>
                          </a:schemeClr>
                        </a:solidFill>
                      </a:rPr>
                      <a:t>82.9 L</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5119-4103-A683-C6B20B2CB00C}"/>
                </c:ext>
              </c:extLst>
            </c:dLbl>
            <c:dLbl>
              <c:idx val="3"/>
              <c:layout>
                <c:manualLayout>
                  <c:x val="-0.1202445783662517"/>
                  <c:y val="0.15235616052725254"/>
                </c:manualLayout>
              </c:layout>
              <c:tx>
                <c:rich>
                  <a:bodyPr/>
                  <a:lstStyle/>
                  <a:p>
                    <a:r>
                      <a:rPr lang="en-US">
                        <a:solidFill>
                          <a:schemeClr val="tx2">
                            <a:lumMod val="75000"/>
                            <a:lumOff val="25000"/>
                          </a:schemeClr>
                        </a:solidFill>
                      </a:rPr>
                      <a:t>102.3 L</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5119-4103-A683-C6B20B2CB00C}"/>
                </c:ext>
              </c:extLst>
            </c:dLbl>
            <c:dLbl>
              <c:idx val="4"/>
              <c:layout>
                <c:manualLayout>
                  <c:x val="-5.2141527001862198E-2"/>
                  <c:y val="-0.18144333824571002"/>
                </c:manualLayout>
              </c:layout>
              <c:tx>
                <c:rich>
                  <a:bodyPr/>
                  <a:lstStyle/>
                  <a:p>
                    <a:r>
                      <a:rPr lang="en-US">
                        <a:solidFill>
                          <a:schemeClr val="tx2">
                            <a:lumMod val="75000"/>
                            <a:lumOff val="25000"/>
                          </a:schemeClr>
                        </a:solidFill>
                      </a:rPr>
                      <a:t>87.9 L</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5119-4103-A683-C6B20B2CB00C}"/>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2">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a:solidFill>
                    <a:schemeClr val="tx2">
                      <a:lumMod val="75000"/>
                      <a:lumOff val="25000"/>
                    </a:schemeClr>
                  </a:solidFill>
                </a:ln>
                <a:effectLst/>
              </c:spPr>
            </c:leaderLines>
            <c:extLst>
              <c:ext xmlns:c15="http://schemas.microsoft.com/office/drawing/2012/chart" uri="{CE6537A1-D6FC-4f65-9D91-7224C49458BB}"/>
            </c:extLst>
          </c:dLbls>
          <c:cat>
            <c:strRef>
              <c:f>Pivot_Tables!$J$4:$J$9</c:f>
              <c:strCache>
                <c:ptCount val="5"/>
                <c:pt idx="0">
                  <c:v>Apollo Munich</c:v>
                </c:pt>
                <c:pt idx="1">
                  <c:v>Hdfc Ergo</c:v>
                </c:pt>
                <c:pt idx="2">
                  <c:v>Icici Lombard</c:v>
                </c:pt>
                <c:pt idx="3">
                  <c:v>None</c:v>
                </c:pt>
                <c:pt idx="4">
                  <c:v>Star Health</c:v>
                </c:pt>
              </c:strCache>
            </c:strRef>
          </c:cat>
          <c:val>
            <c:numRef>
              <c:f>Pivot_Tables!$K$4:$K$9</c:f>
              <c:numCache>
                <c:formatCode>##\.##,\ "L"</c:formatCode>
                <c:ptCount val="5"/>
                <c:pt idx="0">
                  <c:v>9583678</c:v>
                </c:pt>
                <c:pt idx="1">
                  <c:v>8754991</c:v>
                </c:pt>
                <c:pt idx="2">
                  <c:v>8291979</c:v>
                </c:pt>
                <c:pt idx="3">
                  <c:v>10226979</c:v>
                </c:pt>
                <c:pt idx="4">
                  <c:v>8786523</c:v>
                </c:pt>
              </c:numCache>
            </c:numRef>
          </c:val>
          <c:extLst>
            <c:ext xmlns:c16="http://schemas.microsoft.com/office/drawing/2014/chart" uri="{C3380CC4-5D6E-409C-BE32-E72D297353CC}">
              <c16:uniqueId val="{0000000A-5119-4103-A683-C6B20B2CB00C}"/>
            </c:ext>
          </c:extLst>
        </c:ser>
        <c:dLbls>
          <c:showLegendKey val="0"/>
          <c:showVal val="1"/>
          <c:showCatName val="0"/>
          <c:showSerName val="0"/>
          <c:showPercent val="0"/>
          <c:showBubbleSize val="0"/>
          <c:showLeaderLines val="1"/>
        </c:dLbls>
        <c:firstSliceAng val="0"/>
        <c:holeSize val="38"/>
      </c:doughnutChart>
      <c:spPr>
        <a:noFill/>
        <a:ln>
          <a:solidFill>
            <a:schemeClr val="accent1">
              <a:alpha val="0"/>
            </a:schemeClr>
          </a:solidFill>
        </a:ln>
        <a:effectLst/>
      </c:spPr>
    </c:plotArea>
    <c:legend>
      <c:legendPos val="r"/>
      <c:overlay val="0"/>
      <c:spPr>
        <a:noFill/>
        <a:ln>
          <a:noFill/>
        </a:ln>
        <a:effectLst/>
      </c:spPr>
      <c:txPr>
        <a:bodyPr rot="0" spcFirstLastPara="1" vertOverflow="ellipsis" vert="horz" wrap="square" anchor="ctr" anchorCtr="1"/>
        <a:lstStyle/>
        <a:p>
          <a:pPr>
            <a:defRPr sz="1400" b="1" i="0" u="none" strike="noStrike" kern="1200" baseline="0">
              <a:solidFill>
                <a:schemeClr val="tx2">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2">
        <a:lumMod val="20000"/>
        <a:lumOff val="80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349"/>
        <c:holeSize val="83"/>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[Project1_healthcare_messy_dataset_5700.xlsx]Pivot_Tables!PivotTable5</c:name>
    <c:fmtId val="72"/>
  </c:pivotSource>
  <c:chart>
    <c:autoTitleDeleted val="1"/>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5">
              <a:lumMod val="75000"/>
            </a:schemeClr>
          </a:solidFill>
          <a:ln w="9525" cap="flat" cmpd="sng" algn="ctr">
            <a:solidFill>
              <a:schemeClr val="accent5">
                <a:lumMod val="75000"/>
              </a:schemeClr>
            </a:solidFill>
            <a:round/>
          </a:ln>
          <a:effectLst/>
          <a:sp3d contourW="9525">
            <a:contourClr>
              <a:schemeClr val="accent5">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5">
              <a:lumMod val="75000"/>
            </a:schemeClr>
          </a:solidFill>
          <a:ln w="9525" cap="flat" cmpd="sng" algn="ctr">
            <a:solidFill>
              <a:schemeClr val="accent5">
                <a:lumMod val="75000"/>
              </a:schemeClr>
            </a:solidFill>
            <a:round/>
          </a:ln>
          <a:effectLst/>
          <a:sp3d contourW="9525">
            <a:contourClr>
              <a:schemeClr val="accent5">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5">
              <a:lumMod val="75000"/>
            </a:schemeClr>
          </a:solidFill>
          <a:ln w="9525" cap="flat" cmpd="sng" algn="ctr">
            <a:solidFill>
              <a:schemeClr val="accent5">
                <a:lumMod val="75000"/>
              </a:schemeClr>
            </a:solidFill>
            <a:round/>
          </a:ln>
          <a:effectLst/>
          <a:sp3d contourW="9525">
            <a:contourClr>
              <a:schemeClr val="accent5">
                <a:lumMod val="75000"/>
              </a:scheme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stacked"/>
        <c:varyColors val="0"/>
        <c:ser>
          <c:idx val="0"/>
          <c:order val="0"/>
          <c:tx>
            <c:strRef>
              <c:f>Pivot_Tables!$N$3</c:f>
              <c:strCache>
                <c:ptCount val="1"/>
                <c:pt idx="0">
                  <c:v>Total</c:v>
                </c:pt>
              </c:strCache>
            </c:strRef>
          </c:tx>
          <c:spPr>
            <a:solidFill>
              <a:schemeClr val="tx2">
                <a:lumMod val="75000"/>
                <a:lumOff val="25000"/>
              </a:schemeClr>
            </a:solidFill>
            <a:ln w="9525" cap="flat" cmpd="sng" algn="ctr">
              <a:solidFill>
                <a:schemeClr val="tx2">
                  <a:lumMod val="75000"/>
                  <a:lumOff val="25000"/>
                </a:schemeClr>
              </a:solidFill>
              <a:round/>
            </a:ln>
            <a:effectLst/>
            <a:sp3d contourW="9525">
              <a:contourClr>
                <a:schemeClr val="accent5">
                  <a:lumMod val="75000"/>
                </a:scheme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Pivot_Tables!$M$4:$M$8</c:f>
              <c:strCache>
                <c:ptCount val="4"/>
                <c:pt idx="0">
                  <c:v>Emergency</c:v>
                </c:pt>
                <c:pt idx="1">
                  <c:v>Online</c:v>
                </c:pt>
                <c:pt idx="2">
                  <c:v>Referral</c:v>
                </c:pt>
                <c:pt idx="3">
                  <c:v>Walkin</c:v>
                </c:pt>
              </c:strCache>
            </c:strRef>
          </c:cat>
          <c:val>
            <c:numRef>
              <c:f>Pivot_Tables!$N$4:$N$8</c:f>
              <c:numCache>
                <c:formatCode>General</c:formatCode>
                <c:ptCount val="4"/>
                <c:pt idx="0">
                  <c:v>1364</c:v>
                </c:pt>
                <c:pt idx="1">
                  <c:v>1444</c:v>
                </c:pt>
                <c:pt idx="2">
                  <c:v>1330</c:v>
                </c:pt>
                <c:pt idx="3">
                  <c:v>1362</c:v>
                </c:pt>
              </c:numCache>
            </c:numRef>
          </c:val>
          <c:extLst>
            <c:ext xmlns:c16="http://schemas.microsoft.com/office/drawing/2014/chart" uri="{C3380CC4-5D6E-409C-BE32-E72D297353CC}">
              <c16:uniqueId val="{00000000-F795-4C15-89F1-2F2DD24E882E}"/>
            </c:ext>
          </c:extLst>
        </c:ser>
        <c:dLbls>
          <c:showLegendKey val="0"/>
          <c:showVal val="1"/>
          <c:showCatName val="0"/>
          <c:showSerName val="0"/>
          <c:showPercent val="0"/>
          <c:showBubbleSize val="0"/>
        </c:dLbls>
        <c:gapWidth val="40"/>
        <c:overlap val="100"/>
        <c:axId val="1878195871"/>
        <c:axId val="1878198751"/>
      </c:barChart>
      <c:catAx>
        <c:axId val="1878195871"/>
        <c:scaling>
          <c:orientation val="minMax"/>
        </c:scaling>
        <c:delete val="0"/>
        <c:axPos val="l"/>
        <c:numFmt formatCode="General" sourceLinked="1"/>
        <c:majorTickMark val="none"/>
        <c:minorTickMark val="none"/>
        <c:tickLblPos val="nextTo"/>
        <c:spPr>
          <a:solidFill>
            <a:schemeClr val="bg2">
              <a:lumMod val="20000"/>
              <a:lumOff val="80000"/>
            </a:schemeClr>
          </a:solid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400" b="1" i="0" u="none" strike="noStrike" kern="1200" cap="all" baseline="0">
                <a:solidFill>
                  <a:schemeClr val="tx2">
                    <a:lumMod val="75000"/>
                    <a:lumOff val="25000"/>
                  </a:schemeClr>
                </a:solidFill>
                <a:latin typeface="+mn-lt"/>
                <a:ea typeface="+mn-ea"/>
                <a:cs typeface="+mn-cs"/>
              </a:defRPr>
            </a:pPr>
            <a:endParaRPr lang="en-US"/>
          </a:p>
        </c:txPr>
        <c:crossAx val="1878198751"/>
        <c:crosses val="autoZero"/>
        <c:auto val="1"/>
        <c:lblAlgn val="ctr"/>
        <c:lblOffset val="100"/>
        <c:noMultiLvlLbl val="0"/>
      </c:catAx>
      <c:valAx>
        <c:axId val="1878198751"/>
        <c:scaling>
          <c:orientation val="minMax"/>
        </c:scaling>
        <c:delete val="1"/>
        <c:axPos val="b"/>
        <c:numFmt formatCode="General" sourceLinked="1"/>
        <c:majorTickMark val="none"/>
        <c:minorTickMark val="none"/>
        <c:tickLblPos val="nextTo"/>
        <c:crossAx val="1878195871"/>
        <c:crosses val="autoZero"/>
        <c:crossBetween val="between"/>
      </c:valAx>
      <c:spPr>
        <a:solidFill>
          <a:schemeClr val="bg2">
            <a:lumMod val="20000"/>
            <a:lumOff val="80000"/>
          </a:schemeClr>
        </a:solidFill>
        <a:ln w="0">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9">
  <cs:axisTitle>
    <cs:lnRef idx="0"/>
    <cs:fillRef idx="0"/>
    <cs:effectRef idx="0"/>
    <cs:fontRef idx="minor">
      <a:schemeClr val="lt1"/>
    </cs:fontRef>
    <cs:defRPr sz="900" b="1" kern="1200"/>
  </cs:axisTitle>
  <cs:categoryAxis>
    <cs:lnRef idx="0">
      <cs:styleClr val="0"/>
    </cs:lnRef>
    <cs:fillRef idx="0"/>
    <cs:effectRef idx="0"/>
    <cs:fontRef idx="minor">
      <a:schemeClr val="lt1"/>
    </cs:fontRef>
    <cs:spPr>
      <a:ln w="12700" cap="flat" cmpd="sng" algn="ctr">
        <a:solidFill>
          <a:schemeClr val="lt1"/>
        </a:solidFill>
        <a:round/>
      </a:ln>
    </cs:spPr>
    <cs:defRPr sz="900" kern="1200" spc="10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000" kern="1200"/>
  </cs:chartArea>
  <cs:dataLabel>
    <cs:lnRef idx="0"/>
    <cs:fillRef idx="0"/>
    <cs:effectRef idx="0"/>
    <cs:fontRef idx="minor">
      <a:schemeClr val="lt1"/>
    </cs:fontRef>
    <cs:defRPr sz="900" b="1" kern="1200"/>
  </cs:dataLabel>
  <cs:dataLabelCallout>
    <cs:lnRef idx="0">
      <cs:styleClr val="auto"/>
    </cs:lnRef>
    <cs:fillRef idx="0"/>
    <cs:effectRef idx="0"/>
    <cs:fontRef idx="minor">
      <cs:styleClr val="auto"/>
    </cs:fontRef>
    <cs:spPr>
      <a:solidFill>
        <a:schemeClr val="lt1"/>
      </a:solidFill>
      <a:ln>
        <a:solidFill>
          <a:schemeClr val="ph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900"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dk1"/>
    </cs:fontRef>
    <cs:spPr>
      <a:ln w="9525" cap="flat" cmpd="sng" algn="ctr">
        <a:gradFill>
          <a:gsLst>
            <a:gs pos="0">
              <a:schemeClr val="lt1"/>
            </a:gs>
            <a:gs pos="100000">
              <a:schemeClr val="lt1">
                <a:alpha val="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900"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500"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900"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2">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
  <cs:dataPoint3D>
    <cs:lnRef idx="0"/>
    <cs:fillRef idx="0">
      <cs:styleClr val="auto"/>
    </cs:fillRef>
    <cs:effectRef idx="0"/>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styleClr val="auto"/>
    </cs:fillRef>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17"/>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65716D-39C9-48C4-A3EB-B88E4515427D}" type="datetimeFigureOut">
              <a:rPr lang="en-US" smtClean="0"/>
              <a:t>3/18/2026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0C6D3C-9EB0-4F2C-9026-3887D1CDB44E}" type="slidenum">
              <a:rPr lang="en-US" smtClean="0"/>
              <a:t>‹#›</a:t>
            </a:fld>
            <a:endParaRPr lang="en-US" dirty="0"/>
          </a:p>
        </p:txBody>
      </p:sp>
    </p:spTree>
    <p:extLst>
      <p:ext uri="{BB962C8B-B14F-4D97-AF65-F5344CB8AC3E}">
        <p14:creationId xmlns:p14="http://schemas.microsoft.com/office/powerpoint/2010/main" val="2437763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8D39141-3E8E-4545-90DB-291A0E5F139B}"/>
              </a:ext>
            </a:extLst>
          </p:cNvPr>
          <p:cNvSpPr>
            <a:spLocks noGrp="1"/>
          </p:cNvSpPr>
          <p:nvPr>
            <p:ph type="pic" sz="quarter" idx="12" hasCustomPrompt="1"/>
          </p:nvPr>
        </p:nvSpPr>
        <p:spPr>
          <a:xfrm>
            <a:off x="0" y="0"/>
            <a:ext cx="12192000" cy="6858000"/>
          </a:xfrm>
          <a:solidFill>
            <a:schemeClr val="tx1">
              <a:lumMod val="75000"/>
              <a:lumOff val="25000"/>
            </a:schemeClr>
          </a:solidFill>
        </p:spPr>
        <p:txBody>
          <a:bodyPr lIns="612000" tIns="0" anchor="ctr"/>
          <a:lstStyle>
            <a:lvl1pPr marL="0" indent="0" algn="l">
              <a:lnSpc>
                <a:spcPct val="100000"/>
              </a:lnSpc>
              <a:buNone/>
              <a:defRPr sz="1200" i="1">
                <a:solidFill>
                  <a:schemeClr val="bg1">
                    <a:lumMod val="75000"/>
                  </a:schemeClr>
                </a:solidFill>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AD90A062-54B3-47F2-9D6A-5BC9575208D2}"/>
              </a:ext>
            </a:extLst>
          </p:cNvPr>
          <p:cNvSpPr>
            <a:spLocks noGrp="1"/>
          </p:cNvSpPr>
          <p:nvPr>
            <p:ph type="ctrTitle"/>
          </p:nvPr>
        </p:nvSpPr>
        <p:spPr>
          <a:xfrm>
            <a:off x="2520000" y="0"/>
            <a:ext cx="9672000" cy="6857999"/>
          </a:xfrm>
          <a:solidFill>
            <a:schemeClr val="tx2">
              <a:alpha val="70000"/>
            </a:schemeClr>
          </a:solidFill>
        </p:spPr>
        <p:txBody>
          <a:bodyPr lIns="1116000" rIns="180000" anchor="ctr"/>
          <a:lstStyle>
            <a:lvl1pPr algn="l">
              <a:defRPr sz="5000"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5C97F3D-57FA-4E82-9EEC-E93088055A15}"/>
              </a:ext>
            </a:extLst>
          </p:cNvPr>
          <p:cNvSpPr>
            <a:spLocks noGrp="1"/>
          </p:cNvSpPr>
          <p:nvPr>
            <p:ph type="subTitle" idx="1"/>
          </p:nvPr>
        </p:nvSpPr>
        <p:spPr>
          <a:xfrm>
            <a:off x="3600000" y="4276447"/>
            <a:ext cx="5161550" cy="620016"/>
          </a:xfrm>
          <a:gradFill>
            <a:gsLst>
              <a:gs pos="0">
                <a:schemeClr val="tx2"/>
              </a:gs>
              <a:gs pos="100000">
                <a:schemeClr val="accent2"/>
              </a:gs>
            </a:gsLst>
            <a:lin ang="14400000" scaled="0"/>
          </a:gradFill>
        </p:spPr>
        <p:txBody>
          <a:bodyPr lIns="144000" anchor="ctr"/>
          <a:lstStyle>
            <a:lvl1pPr marL="0" indent="0" algn="l">
              <a:buNone/>
              <a:defRPr sz="2400" b="1" i="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Footer Placeholder 6">
            <a:extLst>
              <a:ext uri="{FF2B5EF4-FFF2-40B4-BE49-F238E27FC236}">
                <a16:creationId xmlns:a16="http://schemas.microsoft.com/office/drawing/2014/main" id="{E31775C8-C7F0-4EC5-A9C0-53AE3A0C5F7B}"/>
              </a:ext>
            </a:extLst>
          </p:cNvPr>
          <p:cNvSpPr>
            <a:spLocks noGrp="1"/>
          </p:cNvSpPr>
          <p:nvPr>
            <p:ph type="ftr" sz="quarter" idx="10"/>
          </p:nvPr>
        </p:nvSpPr>
        <p:spPr>
          <a:xfrm>
            <a:off x="3600000" y="6262080"/>
            <a:ext cx="7560000" cy="360000"/>
          </a:xfrm>
        </p:spPr>
        <p:txBody>
          <a:bodyPr/>
          <a:lstStyle/>
          <a:p>
            <a:endParaRPr lang="en-US" dirty="0"/>
          </a:p>
        </p:txBody>
      </p:sp>
      <p:sp>
        <p:nvSpPr>
          <p:cNvPr id="8" name="Slide Number Placeholder 7">
            <a:extLst>
              <a:ext uri="{FF2B5EF4-FFF2-40B4-BE49-F238E27FC236}">
                <a16:creationId xmlns:a16="http://schemas.microsoft.com/office/drawing/2014/main" id="{9E8B0AE2-DA19-49E2-AC81-5272385D304C}"/>
              </a:ext>
            </a:extLst>
          </p:cNvPr>
          <p:cNvSpPr>
            <a:spLocks noGrp="1"/>
          </p:cNvSpPr>
          <p:nvPr>
            <p:ph type="sldNum" sz="quarter" idx="11"/>
          </p:nvPr>
        </p:nvSpPr>
        <p:spPr/>
        <p:txBody>
          <a:bodyPr/>
          <a:lstStyle/>
          <a:p>
            <a:fld id="{EECC7194-A4D0-457B-9D3E-53681723AFF7}" type="slidenum">
              <a:rPr lang="en-US" smtClean="0"/>
              <a:pPr/>
              <a:t>‹#›</a:t>
            </a:fld>
            <a:endParaRPr lang="en-US" dirty="0"/>
          </a:p>
        </p:txBody>
      </p:sp>
    </p:spTree>
    <p:extLst>
      <p:ext uri="{BB962C8B-B14F-4D97-AF65-F5344CB8AC3E}">
        <p14:creationId xmlns:p14="http://schemas.microsoft.com/office/powerpoint/2010/main" val="214234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A75689F-8B6B-4484-8064-90B4D8FB7C72}"/>
              </a:ext>
            </a:extLst>
          </p:cNvPr>
          <p:cNvSpPr>
            <a:spLocks noGrp="1"/>
          </p:cNvSpPr>
          <p:nvPr>
            <p:ph type="body" sz="quarter" idx="13" hasCustomPrompt="1"/>
          </p:nvPr>
        </p:nvSpPr>
        <p:spPr>
          <a:xfrm>
            <a:off x="1147343" y="2731933"/>
            <a:ext cx="6903253" cy="3350673"/>
          </a:xfrm>
          <a:gradFill>
            <a:gsLst>
              <a:gs pos="0">
                <a:schemeClr val="tx2"/>
              </a:gs>
              <a:gs pos="100000">
                <a:schemeClr val="accent2"/>
              </a:gs>
            </a:gsLst>
            <a:lin ang="14400000" scaled="0"/>
          </a:gradFill>
        </p:spPr>
        <p:txBody>
          <a:bodyPr lIns="576000" tIns="1872000" rIns="576000"/>
          <a:lstStyle>
            <a:lvl1pPr marL="0" indent="0">
              <a:lnSpc>
                <a:spcPts val="2000"/>
              </a:lnSpc>
              <a:buNone/>
              <a:defRPr>
                <a:solidFill>
                  <a:schemeClr val="bg1"/>
                </a:solidFill>
              </a:defRPr>
            </a:lvl1pPr>
          </a:lstStyle>
          <a:p>
            <a:pPr lvl="0"/>
            <a:r>
              <a:rPr lang="en-US" dirty="0"/>
              <a:t>Describe Your Big Idea</a:t>
            </a:r>
          </a:p>
        </p:txBody>
      </p:sp>
      <p:sp>
        <p:nvSpPr>
          <p:cNvPr id="21" name="Picture Placeholder 20">
            <a:extLst>
              <a:ext uri="{FF2B5EF4-FFF2-40B4-BE49-F238E27FC236}">
                <a16:creationId xmlns:a16="http://schemas.microsoft.com/office/drawing/2014/main" id="{C57B9832-0120-4094-8C27-082E3533C5DC}"/>
              </a:ext>
            </a:extLst>
          </p:cNvPr>
          <p:cNvSpPr>
            <a:spLocks noGrp="1"/>
          </p:cNvSpPr>
          <p:nvPr>
            <p:ph type="pic" sz="quarter" idx="12" hasCustomPrompt="1"/>
          </p:nvPr>
        </p:nvSpPr>
        <p:spPr>
          <a:xfrm>
            <a:off x="0" y="0"/>
            <a:ext cx="12012000" cy="6858000"/>
          </a:xfrm>
          <a:custGeom>
            <a:avLst/>
            <a:gdLst>
              <a:gd name="connsiteX0" fmla="*/ 0 w 12012000"/>
              <a:gd name="connsiteY0" fmla="*/ 0 h 6858000"/>
              <a:gd name="connsiteX1" fmla="*/ 8592000 w 12012000"/>
              <a:gd name="connsiteY1" fmla="*/ 0 h 6858000"/>
              <a:gd name="connsiteX2" fmla="*/ 8592000 w 12012000"/>
              <a:gd name="connsiteY2" fmla="*/ 180000 h 6858000"/>
              <a:gd name="connsiteX3" fmla="*/ 12012000 w 12012000"/>
              <a:gd name="connsiteY3" fmla="*/ 180000 h 6858000"/>
              <a:gd name="connsiteX4" fmla="*/ 12012000 w 12012000"/>
              <a:gd name="connsiteY4" fmla="*/ 6678000 h 6858000"/>
              <a:gd name="connsiteX5" fmla="*/ 8592000 w 12012000"/>
              <a:gd name="connsiteY5" fmla="*/ 6678000 h 6858000"/>
              <a:gd name="connsiteX6" fmla="*/ 8592000 w 12012000"/>
              <a:gd name="connsiteY6" fmla="*/ 6858000 h 6858000"/>
              <a:gd name="connsiteX7" fmla="*/ 0 w 1201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12000" h="6858000">
                <a:moveTo>
                  <a:pt x="0" y="0"/>
                </a:moveTo>
                <a:lnTo>
                  <a:pt x="8592000" y="0"/>
                </a:lnTo>
                <a:lnTo>
                  <a:pt x="8592000" y="180000"/>
                </a:lnTo>
                <a:lnTo>
                  <a:pt x="12012000" y="180000"/>
                </a:lnTo>
                <a:lnTo>
                  <a:pt x="12012000" y="6678000"/>
                </a:lnTo>
                <a:lnTo>
                  <a:pt x="8592000" y="6678000"/>
                </a:lnTo>
                <a:lnTo>
                  <a:pt x="8592000" y="6858000"/>
                </a:lnTo>
                <a:lnTo>
                  <a:pt x="0" y="6858000"/>
                </a:lnTo>
                <a:close/>
              </a:path>
            </a:pathLst>
          </a:custGeom>
          <a:noFill/>
        </p:spPr>
        <p:txBody>
          <a:bodyPr wrap="square" lIns="0" tIns="0" rIns="612000" anchor="ctr">
            <a:noAutofit/>
          </a:bodyPr>
          <a:lstStyle>
            <a:lvl1pPr marL="0" indent="0" algn="r">
              <a:lnSpc>
                <a:spcPct val="100000"/>
              </a:lnSpc>
              <a:buNone/>
              <a:defRPr sz="1200" i="1">
                <a:solidFill>
                  <a:schemeClr val="bg1"/>
                </a:solidFill>
              </a:defRPr>
            </a:lvl1pPr>
          </a:lstStyle>
          <a:p>
            <a:r>
              <a:rPr lang="en-US" dirty="0"/>
              <a:t>Drag &amp; Drop Your </a:t>
            </a:r>
            <a:br>
              <a:rPr lang="en-US" dirty="0"/>
            </a:br>
            <a:r>
              <a:rPr lang="en-US" dirty="0"/>
              <a:t>Background Photo Here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a:xfrm>
            <a:off x="683999" y="6262080"/>
            <a:ext cx="6190934" cy="360000"/>
          </a:xfrm>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a:solidFill>
            <a:schemeClr val="tx2"/>
          </a:solidFill>
        </p:spPr>
        <p:txBody>
          <a:bodyPr/>
          <a:lstStyle>
            <a:lvl1pPr>
              <a:defRPr>
                <a:solidFill>
                  <a:schemeClr val="bg1"/>
                </a:solidFill>
              </a:defRPr>
            </a:lvl1pPr>
          </a:lstStyle>
          <a:p>
            <a:fld id="{EECC7194-A4D0-457B-9D3E-53681723AFF7}" type="slidenum">
              <a:rPr lang="en-US" smtClean="0"/>
              <a:pPr/>
              <a:t>‹#›</a:t>
            </a:fld>
            <a:endParaRPr lang="en-US" dirty="0"/>
          </a:p>
        </p:txBody>
      </p:sp>
      <p:sp>
        <p:nvSpPr>
          <p:cNvPr id="12" name="Title 11">
            <a:extLst>
              <a:ext uri="{FF2B5EF4-FFF2-40B4-BE49-F238E27FC236}">
                <a16:creationId xmlns:a16="http://schemas.microsoft.com/office/drawing/2014/main" id="{EAF90A48-1BFB-4A19-9A1C-2851879F9E8F}"/>
              </a:ext>
            </a:extLst>
          </p:cNvPr>
          <p:cNvSpPr>
            <a:spLocks noGrp="1"/>
          </p:cNvSpPr>
          <p:nvPr>
            <p:ph type="title"/>
          </p:nvPr>
        </p:nvSpPr>
        <p:spPr>
          <a:xfrm>
            <a:off x="1749778" y="3096087"/>
            <a:ext cx="5455750" cy="1008000"/>
          </a:xfrm>
        </p:spPr>
        <p:txBody>
          <a:bodyPr/>
          <a:lstStyle>
            <a:lvl1pPr>
              <a:defRPr sz="4000" cap="all" baseline="0">
                <a:solidFill>
                  <a:schemeClr val="bg1"/>
                </a:solidFill>
              </a:defRPr>
            </a:lvl1pPr>
          </a:lstStyle>
          <a:p>
            <a:r>
              <a:rPr lang="en-US"/>
              <a:t>Click to edit Master title style</a:t>
            </a:r>
            <a:endParaRPr lang="en-US" dirty="0"/>
          </a:p>
        </p:txBody>
      </p:sp>
      <p:sp>
        <p:nvSpPr>
          <p:cNvPr id="19" name="Freeform: Shape 18">
            <a:extLst>
              <a:ext uri="{FF2B5EF4-FFF2-40B4-BE49-F238E27FC236}">
                <a16:creationId xmlns:a16="http://schemas.microsoft.com/office/drawing/2014/main" id="{C9E79024-4B2E-43B0-8607-196181AB731F}"/>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36593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 X Number &amp; Icon">
    <p:bg>
      <p:bgPr>
        <a:solidFill>
          <a:schemeClr val="bg1"/>
        </a:solidFill>
        <a:effectLst/>
      </p:bgPr>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767CE6DD-011B-4E2D-9E8A-EFF414E39EEA}"/>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764000" rIns="0" anchor="t">
            <a:noAutofit/>
          </a:bodyPr>
          <a:lstStyle>
            <a:lvl1pPr marL="0" indent="0" algn="ctr">
              <a:lnSpc>
                <a:spcPct val="100000"/>
              </a:lnSpc>
              <a:buNone/>
              <a:defRPr sz="1200" i="1">
                <a:solidFill>
                  <a:schemeClr val="bg1"/>
                </a:solidFill>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5"/>
            <a:ext cx="7560000" cy="360000"/>
          </a:xfrm>
        </p:spPr>
        <p:txBody>
          <a:bodyPr/>
          <a:lstStyle>
            <a:lvl1pPr>
              <a:defRPr cap="all" baseline="0">
                <a:solidFill>
                  <a:schemeClr val="bg1"/>
                </a:solidFill>
              </a:defRPr>
            </a:lvl1p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9" name="Freeform: Shape 8">
            <a:extLst>
              <a:ext uri="{FF2B5EF4-FFF2-40B4-BE49-F238E27FC236}">
                <a16:creationId xmlns:a16="http://schemas.microsoft.com/office/drawing/2014/main" id="{C6E75A4B-2655-4B0E-8D3B-0068F57D3D9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49F266E5-40A6-4643-B9AC-B38F27256371}"/>
              </a:ext>
            </a:extLst>
          </p:cNvPr>
          <p:cNvSpPr>
            <a:spLocks noGrp="1"/>
          </p:cNvSpPr>
          <p:nvPr>
            <p:ph type="body" sz="quarter" idx="13" hasCustomPrompt="1"/>
          </p:nvPr>
        </p:nvSpPr>
        <p:spPr>
          <a:xfrm>
            <a:off x="684213"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1" name="Text Placeholder 10">
            <a:extLst>
              <a:ext uri="{FF2B5EF4-FFF2-40B4-BE49-F238E27FC236}">
                <a16:creationId xmlns:a16="http://schemas.microsoft.com/office/drawing/2014/main" id="{1CB790CB-E4F5-4B61-A03E-1CA0C32E3F17}"/>
              </a:ext>
            </a:extLst>
          </p:cNvPr>
          <p:cNvSpPr>
            <a:spLocks noGrp="1"/>
          </p:cNvSpPr>
          <p:nvPr>
            <p:ph type="body" sz="quarter" idx="14" hasCustomPrompt="1"/>
          </p:nvPr>
        </p:nvSpPr>
        <p:spPr>
          <a:xfrm>
            <a:off x="510455"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2" name="Text Placeholder 4">
            <a:extLst>
              <a:ext uri="{FF2B5EF4-FFF2-40B4-BE49-F238E27FC236}">
                <a16:creationId xmlns:a16="http://schemas.microsoft.com/office/drawing/2014/main" id="{B570684C-B743-402E-8778-A65199577106}"/>
              </a:ext>
            </a:extLst>
          </p:cNvPr>
          <p:cNvSpPr>
            <a:spLocks noGrp="1"/>
          </p:cNvSpPr>
          <p:nvPr>
            <p:ph type="body" sz="quarter" idx="15" hasCustomPrompt="1"/>
          </p:nvPr>
        </p:nvSpPr>
        <p:spPr>
          <a:xfrm>
            <a:off x="2971013"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3" name="Text Placeholder 10">
            <a:extLst>
              <a:ext uri="{FF2B5EF4-FFF2-40B4-BE49-F238E27FC236}">
                <a16:creationId xmlns:a16="http://schemas.microsoft.com/office/drawing/2014/main" id="{FCEC7149-9A00-4CA4-B800-1BFD6EBEB88D}"/>
              </a:ext>
            </a:extLst>
          </p:cNvPr>
          <p:cNvSpPr>
            <a:spLocks noGrp="1"/>
          </p:cNvSpPr>
          <p:nvPr>
            <p:ph type="body" sz="quarter" idx="16" hasCustomPrompt="1"/>
          </p:nvPr>
        </p:nvSpPr>
        <p:spPr>
          <a:xfrm>
            <a:off x="2797255"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4" name="Text Placeholder 4">
            <a:extLst>
              <a:ext uri="{FF2B5EF4-FFF2-40B4-BE49-F238E27FC236}">
                <a16:creationId xmlns:a16="http://schemas.microsoft.com/office/drawing/2014/main" id="{0374F0E2-36BA-43B5-8799-77AA3367DF47}"/>
              </a:ext>
            </a:extLst>
          </p:cNvPr>
          <p:cNvSpPr>
            <a:spLocks noGrp="1"/>
          </p:cNvSpPr>
          <p:nvPr>
            <p:ph type="body" sz="quarter" idx="17" hasCustomPrompt="1"/>
          </p:nvPr>
        </p:nvSpPr>
        <p:spPr>
          <a:xfrm>
            <a:off x="5269707"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5" name="Text Placeholder 10">
            <a:extLst>
              <a:ext uri="{FF2B5EF4-FFF2-40B4-BE49-F238E27FC236}">
                <a16:creationId xmlns:a16="http://schemas.microsoft.com/office/drawing/2014/main" id="{1BA12174-6A24-4E61-8D58-B3B42C31BE1A}"/>
              </a:ext>
            </a:extLst>
          </p:cNvPr>
          <p:cNvSpPr>
            <a:spLocks noGrp="1"/>
          </p:cNvSpPr>
          <p:nvPr>
            <p:ph type="body" sz="quarter" idx="18" hasCustomPrompt="1"/>
          </p:nvPr>
        </p:nvSpPr>
        <p:spPr>
          <a:xfrm>
            <a:off x="5096056"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6" name="Text Placeholder 4">
            <a:extLst>
              <a:ext uri="{FF2B5EF4-FFF2-40B4-BE49-F238E27FC236}">
                <a16:creationId xmlns:a16="http://schemas.microsoft.com/office/drawing/2014/main" id="{D3A67B21-0E8B-4922-94F9-20492309C4DA}"/>
              </a:ext>
            </a:extLst>
          </p:cNvPr>
          <p:cNvSpPr>
            <a:spLocks noGrp="1"/>
          </p:cNvSpPr>
          <p:nvPr>
            <p:ph type="body" sz="quarter" idx="19" hasCustomPrompt="1"/>
          </p:nvPr>
        </p:nvSpPr>
        <p:spPr>
          <a:xfrm>
            <a:off x="7544613"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7" name="Text Placeholder 10">
            <a:extLst>
              <a:ext uri="{FF2B5EF4-FFF2-40B4-BE49-F238E27FC236}">
                <a16:creationId xmlns:a16="http://schemas.microsoft.com/office/drawing/2014/main" id="{D801C20C-82D2-465E-8D45-DF1A57E04525}"/>
              </a:ext>
            </a:extLst>
          </p:cNvPr>
          <p:cNvSpPr>
            <a:spLocks noGrp="1"/>
          </p:cNvSpPr>
          <p:nvPr>
            <p:ph type="body" sz="quarter" idx="20" hasCustomPrompt="1"/>
          </p:nvPr>
        </p:nvSpPr>
        <p:spPr>
          <a:xfrm>
            <a:off x="7370855"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8" name="Text Placeholder 4">
            <a:extLst>
              <a:ext uri="{FF2B5EF4-FFF2-40B4-BE49-F238E27FC236}">
                <a16:creationId xmlns:a16="http://schemas.microsoft.com/office/drawing/2014/main" id="{62BAD45E-2039-4F8D-9CFC-42BFA3756AD1}"/>
              </a:ext>
            </a:extLst>
          </p:cNvPr>
          <p:cNvSpPr>
            <a:spLocks noGrp="1"/>
          </p:cNvSpPr>
          <p:nvPr>
            <p:ph type="body" sz="quarter" idx="21" hasCustomPrompt="1"/>
          </p:nvPr>
        </p:nvSpPr>
        <p:spPr>
          <a:xfrm>
            <a:off x="9831412"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9" name="Text Placeholder 10">
            <a:extLst>
              <a:ext uri="{FF2B5EF4-FFF2-40B4-BE49-F238E27FC236}">
                <a16:creationId xmlns:a16="http://schemas.microsoft.com/office/drawing/2014/main" id="{64A78879-6338-4F3B-864E-8FF4E08C0066}"/>
              </a:ext>
            </a:extLst>
          </p:cNvPr>
          <p:cNvSpPr>
            <a:spLocks noGrp="1"/>
          </p:cNvSpPr>
          <p:nvPr>
            <p:ph type="body" sz="quarter" idx="22" hasCustomPrompt="1"/>
          </p:nvPr>
        </p:nvSpPr>
        <p:spPr>
          <a:xfrm>
            <a:off x="9657654"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2" name="Subtitle 2">
            <a:extLst>
              <a:ext uri="{FF2B5EF4-FFF2-40B4-BE49-F238E27FC236}">
                <a16:creationId xmlns:a16="http://schemas.microsoft.com/office/drawing/2014/main" id="{80118439-B306-4F20-9200-1C429EADC7EE}"/>
              </a:ext>
            </a:extLst>
          </p:cNvPr>
          <p:cNvSpPr>
            <a:spLocks noGrp="1"/>
          </p:cNvSpPr>
          <p:nvPr>
            <p:ph type="subTitle" idx="1" hasCustomPrompt="1"/>
          </p:nvPr>
        </p:nvSpPr>
        <p:spPr>
          <a:xfrm>
            <a:off x="5101000" y="5271502"/>
            <a:ext cx="1990001" cy="620016"/>
          </a:xfrm>
          <a:gradFill>
            <a:gsLst>
              <a:gs pos="0">
                <a:schemeClr val="tx2"/>
              </a:gs>
              <a:gs pos="100000">
                <a:schemeClr val="accent2"/>
              </a:gs>
            </a:gsLst>
            <a:lin ang="14400000" scaled="0"/>
          </a:gradFill>
        </p:spPr>
        <p:txBody>
          <a:bodyPr lIns="0" anchor="ctr"/>
          <a:lstStyle>
            <a:lvl1pPr marL="0" indent="0" algn="ctr">
              <a:buNone/>
              <a:defRPr sz="2400" b="1" i="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Outcome</a:t>
            </a:r>
          </a:p>
        </p:txBody>
      </p:sp>
      <p:sp>
        <p:nvSpPr>
          <p:cNvPr id="26" name="Picture Placeholder 25">
            <a:extLst>
              <a:ext uri="{FF2B5EF4-FFF2-40B4-BE49-F238E27FC236}">
                <a16:creationId xmlns:a16="http://schemas.microsoft.com/office/drawing/2014/main" id="{99B7E7F2-DF6B-4441-B0B1-7E87E29BA3A7}"/>
              </a:ext>
            </a:extLst>
          </p:cNvPr>
          <p:cNvSpPr>
            <a:spLocks noGrp="1"/>
          </p:cNvSpPr>
          <p:nvPr>
            <p:ph type="pic" sz="quarter" idx="23" hasCustomPrompt="1"/>
          </p:nvPr>
        </p:nvSpPr>
        <p:spPr>
          <a:xfrm>
            <a:off x="1098550" y="2217585"/>
            <a:ext cx="823913" cy="823913"/>
          </a:xfrm>
        </p:spPr>
        <p:txBody>
          <a:bodyPr anchor="ctr"/>
          <a:lstStyle>
            <a:lvl1pPr marL="0" indent="0" algn="ctr">
              <a:buNone/>
              <a:defRPr sz="1050" i="1">
                <a:solidFill>
                  <a:schemeClr val="bg1"/>
                </a:solidFill>
              </a:defRPr>
            </a:lvl1pPr>
          </a:lstStyle>
          <a:p>
            <a:r>
              <a:rPr lang="en-US" dirty="0"/>
              <a:t>Icon</a:t>
            </a:r>
          </a:p>
        </p:txBody>
      </p:sp>
      <p:sp>
        <p:nvSpPr>
          <p:cNvPr id="27" name="Picture Placeholder 25">
            <a:extLst>
              <a:ext uri="{FF2B5EF4-FFF2-40B4-BE49-F238E27FC236}">
                <a16:creationId xmlns:a16="http://schemas.microsoft.com/office/drawing/2014/main" id="{ED41522A-FBAF-4E5D-B592-F13855964E8B}"/>
              </a:ext>
            </a:extLst>
          </p:cNvPr>
          <p:cNvSpPr>
            <a:spLocks noGrp="1"/>
          </p:cNvSpPr>
          <p:nvPr>
            <p:ph type="pic" sz="quarter" idx="24" hasCustomPrompt="1"/>
          </p:nvPr>
        </p:nvSpPr>
        <p:spPr>
          <a:xfrm>
            <a:off x="3385350" y="2217585"/>
            <a:ext cx="823913" cy="823913"/>
          </a:xfrm>
        </p:spPr>
        <p:txBody>
          <a:bodyPr anchor="ctr"/>
          <a:lstStyle>
            <a:lvl1pPr marL="0" indent="0" algn="ctr">
              <a:buNone/>
              <a:defRPr sz="1050" i="1">
                <a:solidFill>
                  <a:schemeClr val="bg1"/>
                </a:solidFill>
              </a:defRPr>
            </a:lvl1pPr>
          </a:lstStyle>
          <a:p>
            <a:r>
              <a:rPr lang="en-US" dirty="0"/>
              <a:t>Icon</a:t>
            </a:r>
          </a:p>
        </p:txBody>
      </p:sp>
      <p:sp>
        <p:nvSpPr>
          <p:cNvPr id="28" name="Picture Placeholder 25">
            <a:extLst>
              <a:ext uri="{FF2B5EF4-FFF2-40B4-BE49-F238E27FC236}">
                <a16:creationId xmlns:a16="http://schemas.microsoft.com/office/drawing/2014/main" id="{AA51069C-E1DC-44A0-A6A0-2A4AB0DD4D70}"/>
              </a:ext>
            </a:extLst>
          </p:cNvPr>
          <p:cNvSpPr>
            <a:spLocks noGrp="1"/>
          </p:cNvSpPr>
          <p:nvPr>
            <p:ph type="pic" sz="quarter" idx="25" hasCustomPrompt="1"/>
          </p:nvPr>
        </p:nvSpPr>
        <p:spPr>
          <a:xfrm>
            <a:off x="5684044" y="2217585"/>
            <a:ext cx="823913" cy="823913"/>
          </a:xfrm>
        </p:spPr>
        <p:txBody>
          <a:bodyPr anchor="ctr"/>
          <a:lstStyle>
            <a:lvl1pPr marL="0" indent="0" algn="ctr">
              <a:buNone/>
              <a:defRPr sz="1050" i="1">
                <a:solidFill>
                  <a:schemeClr val="bg1"/>
                </a:solidFill>
              </a:defRPr>
            </a:lvl1pPr>
          </a:lstStyle>
          <a:p>
            <a:r>
              <a:rPr lang="en-US" dirty="0"/>
              <a:t>Icon</a:t>
            </a:r>
          </a:p>
        </p:txBody>
      </p:sp>
      <p:sp>
        <p:nvSpPr>
          <p:cNvPr id="29" name="Picture Placeholder 25">
            <a:extLst>
              <a:ext uri="{FF2B5EF4-FFF2-40B4-BE49-F238E27FC236}">
                <a16:creationId xmlns:a16="http://schemas.microsoft.com/office/drawing/2014/main" id="{42F6437E-5478-451F-9BE3-E8160EA43516}"/>
              </a:ext>
            </a:extLst>
          </p:cNvPr>
          <p:cNvSpPr>
            <a:spLocks noGrp="1"/>
          </p:cNvSpPr>
          <p:nvPr>
            <p:ph type="pic" sz="quarter" idx="26" hasCustomPrompt="1"/>
          </p:nvPr>
        </p:nvSpPr>
        <p:spPr>
          <a:xfrm>
            <a:off x="7958950" y="2217585"/>
            <a:ext cx="823913" cy="823913"/>
          </a:xfrm>
        </p:spPr>
        <p:txBody>
          <a:bodyPr anchor="ctr"/>
          <a:lstStyle>
            <a:lvl1pPr marL="0" indent="0" algn="ctr">
              <a:buNone/>
              <a:defRPr sz="1050" i="1">
                <a:solidFill>
                  <a:schemeClr val="bg1"/>
                </a:solidFill>
              </a:defRPr>
            </a:lvl1pPr>
          </a:lstStyle>
          <a:p>
            <a:r>
              <a:rPr lang="en-US" dirty="0"/>
              <a:t>Icon</a:t>
            </a:r>
          </a:p>
        </p:txBody>
      </p:sp>
      <p:sp>
        <p:nvSpPr>
          <p:cNvPr id="30" name="Picture Placeholder 25">
            <a:extLst>
              <a:ext uri="{FF2B5EF4-FFF2-40B4-BE49-F238E27FC236}">
                <a16:creationId xmlns:a16="http://schemas.microsoft.com/office/drawing/2014/main" id="{25127DFD-53A7-41A8-B591-AEEC12038026}"/>
              </a:ext>
            </a:extLst>
          </p:cNvPr>
          <p:cNvSpPr>
            <a:spLocks noGrp="1"/>
          </p:cNvSpPr>
          <p:nvPr>
            <p:ph type="pic" sz="quarter" idx="27" hasCustomPrompt="1"/>
          </p:nvPr>
        </p:nvSpPr>
        <p:spPr>
          <a:xfrm>
            <a:off x="10245749" y="2217585"/>
            <a:ext cx="823913" cy="823913"/>
          </a:xfrm>
        </p:spPr>
        <p:txBody>
          <a:bodyPr anchor="ctr"/>
          <a:lstStyle>
            <a:lvl1pPr marL="0" indent="0" algn="ctr">
              <a:buNone/>
              <a:defRPr sz="1050" i="1">
                <a:solidFill>
                  <a:schemeClr val="bg1"/>
                </a:solidFill>
              </a:defRPr>
            </a:lvl1pPr>
          </a:lstStyle>
          <a:p>
            <a:r>
              <a:rPr lang="en-US" dirty="0"/>
              <a:t>Icon</a:t>
            </a:r>
          </a:p>
        </p:txBody>
      </p:sp>
    </p:spTree>
    <p:extLst>
      <p:ext uri="{BB962C8B-B14F-4D97-AF65-F5344CB8AC3E}">
        <p14:creationId xmlns:p14="http://schemas.microsoft.com/office/powerpoint/2010/main" val="3892583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0 40 Vertical Spli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F76D43D-0DDD-4BAD-8213-BDBF75C30A0C}"/>
              </a:ext>
              <a:ext uri="{C183D7F6-B498-43B3-948B-1728B52AA6E4}">
                <adec:decorative xmlns:adec="http://schemas.microsoft.com/office/drawing/2017/decorative" val="1"/>
              </a:ext>
            </a:extLst>
          </p:cNvPr>
          <p:cNvSpPr/>
          <p:nvPr userDrawn="1"/>
        </p:nvSpPr>
        <p:spPr>
          <a:xfrm>
            <a:off x="676118" y="4338116"/>
            <a:ext cx="10839764"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Text Placeholder 3">
            <a:extLst>
              <a:ext uri="{FF2B5EF4-FFF2-40B4-BE49-F238E27FC236}">
                <a16:creationId xmlns:a16="http://schemas.microsoft.com/office/drawing/2014/main" id="{A6D3ACF3-E1F5-4332-9836-C8E6C46591BB}"/>
              </a:ext>
            </a:extLst>
          </p:cNvPr>
          <p:cNvSpPr txBox="1">
            <a:spLocks/>
          </p:cNvSpPr>
          <p:nvPr userDrawn="1"/>
        </p:nvSpPr>
        <p:spPr>
          <a:xfrm>
            <a:off x="0" y="-436"/>
            <a:ext cx="12192000" cy="4343836"/>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p>
        </p:txBody>
      </p:sp>
      <p:sp>
        <p:nvSpPr>
          <p:cNvPr id="2" name="Title 1">
            <a:extLst>
              <a:ext uri="{FF2B5EF4-FFF2-40B4-BE49-F238E27FC236}">
                <a16:creationId xmlns:a16="http://schemas.microsoft.com/office/drawing/2014/main" id="{0BDF8FE7-66F4-4586-B49B-61E115ED291E}"/>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6" name="Footer Placeholder 5">
            <a:extLst>
              <a:ext uri="{FF2B5EF4-FFF2-40B4-BE49-F238E27FC236}">
                <a16:creationId xmlns:a16="http://schemas.microsoft.com/office/drawing/2014/main" id="{AEB5B890-F885-418C-9812-59970CAC6BCD}"/>
              </a:ext>
            </a:extLst>
          </p:cNvPr>
          <p:cNvSpPr>
            <a:spLocks noGrp="1"/>
          </p:cNvSpPr>
          <p:nvPr>
            <p:ph type="ftr" sz="quarter" idx="10"/>
          </p:nvPr>
        </p:nvSpPr>
        <p:spPr/>
        <p:txBody>
          <a:bodyPr/>
          <a:lstStyle/>
          <a:p>
            <a:endParaRPr lang="en-US" noProof="0" dirty="0"/>
          </a:p>
        </p:txBody>
      </p:sp>
      <p:sp>
        <p:nvSpPr>
          <p:cNvPr id="7" name="Slide Number Placeholder 6">
            <a:extLst>
              <a:ext uri="{FF2B5EF4-FFF2-40B4-BE49-F238E27FC236}">
                <a16:creationId xmlns:a16="http://schemas.microsoft.com/office/drawing/2014/main" id="{50521507-88DE-417D-8076-D9152E1E1409}"/>
              </a:ext>
            </a:extLst>
          </p:cNvPr>
          <p:cNvSpPr>
            <a:spLocks noGrp="1"/>
          </p:cNvSpPr>
          <p:nvPr>
            <p:ph type="sldNum" sz="quarter" idx="11"/>
          </p:nvPr>
        </p:nvSpPr>
        <p:spPr/>
        <p:txBody>
          <a:bodyPr/>
          <a:lstStyle/>
          <a:p>
            <a:fld id="{EECC7194-A4D0-457B-9D3E-53681723AFF7}" type="slidenum">
              <a:rPr lang="en-US" noProof="0" smtClean="0"/>
              <a:pPr/>
              <a:t>‹#›</a:t>
            </a:fld>
            <a:endParaRPr lang="en-US" noProof="0" dirty="0"/>
          </a:p>
        </p:txBody>
      </p:sp>
      <p:sp>
        <p:nvSpPr>
          <p:cNvPr id="4" name="Text Placeholder 3">
            <a:extLst>
              <a:ext uri="{FF2B5EF4-FFF2-40B4-BE49-F238E27FC236}">
                <a16:creationId xmlns:a16="http://schemas.microsoft.com/office/drawing/2014/main" id="{1DFC7DDD-6F93-45F8-AFD6-95AA051FE809}"/>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bg1"/>
                </a:solidFill>
                <a:latin typeface="+mj-lt"/>
              </a:defRPr>
            </a:lvl1pPr>
          </a:lstStyle>
          <a:p>
            <a:pPr lvl="0"/>
            <a:r>
              <a:rPr lang="en-US" noProof="0"/>
              <a:t>SUBTITLE</a:t>
            </a:r>
          </a:p>
        </p:txBody>
      </p:sp>
      <p:sp>
        <p:nvSpPr>
          <p:cNvPr id="21" name="Freeform: Shape 20">
            <a:extLst>
              <a:ext uri="{FF2B5EF4-FFF2-40B4-BE49-F238E27FC236}">
                <a16:creationId xmlns:a16="http://schemas.microsoft.com/office/drawing/2014/main" id="{D1CD6042-5DF4-4624-BC32-25F68745304A}"/>
              </a:ext>
            </a:extLst>
          </p:cNvPr>
          <p:cNvSpPr/>
          <p:nvPr userDrawn="1"/>
        </p:nvSpPr>
        <p:spPr>
          <a:xfrm rot="5400000">
            <a:off x="8220300" y="371700"/>
            <a:ext cx="4343400" cy="3600000"/>
          </a:xfrm>
          <a:custGeom>
            <a:avLst/>
            <a:gdLst>
              <a:gd name="connsiteX0" fmla="*/ 0 w 4343400"/>
              <a:gd name="connsiteY0" fmla="*/ 3600000 h 3600000"/>
              <a:gd name="connsiteX1" fmla="*/ 0 w 4343400"/>
              <a:gd name="connsiteY1" fmla="*/ 0 h 3600000"/>
              <a:gd name="connsiteX2" fmla="*/ 180000 w 4343400"/>
              <a:gd name="connsiteY2" fmla="*/ 0 h 3600000"/>
              <a:gd name="connsiteX3" fmla="*/ 4343400 w 4343400"/>
              <a:gd name="connsiteY3" fmla="*/ 0 h 3600000"/>
              <a:gd name="connsiteX4" fmla="*/ 4343400 w 4343400"/>
              <a:gd name="connsiteY4" fmla="*/ 180000 h 3600000"/>
              <a:gd name="connsiteX5" fmla="*/ 180000 w 4343400"/>
              <a:gd name="connsiteY5" fmla="*/ 180000 h 3600000"/>
              <a:gd name="connsiteX6" fmla="*/ 180000 w 4343400"/>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3400" h="3600000">
                <a:moveTo>
                  <a:pt x="0" y="3600000"/>
                </a:moveTo>
                <a:lnTo>
                  <a:pt x="0" y="0"/>
                </a:lnTo>
                <a:lnTo>
                  <a:pt x="180000" y="0"/>
                </a:lnTo>
                <a:lnTo>
                  <a:pt x="4343400" y="0"/>
                </a:lnTo>
                <a:lnTo>
                  <a:pt x="4343400"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9" name="Freeform: Shape 18">
            <a:extLst>
              <a:ext uri="{FF2B5EF4-FFF2-40B4-BE49-F238E27FC236}">
                <a16:creationId xmlns:a16="http://schemas.microsoft.com/office/drawing/2014/main" id="{6294759C-286C-4281-B194-581C766EEF28}"/>
              </a:ext>
            </a:extLst>
          </p:cNvPr>
          <p:cNvSpPr/>
          <p:nvPr userDrawn="1"/>
        </p:nvSpPr>
        <p:spPr>
          <a:xfrm rot="5400000">
            <a:off x="9134700" y="3800700"/>
            <a:ext cx="2514600" cy="3600000"/>
          </a:xfrm>
          <a:custGeom>
            <a:avLst/>
            <a:gdLst>
              <a:gd name="connsiteX0" fmla="*/ 0 w 2514600"/>
              <a:gd name="connsiteY0" fmla="*/ 180000 h 3600000"/>
              <a:gd name="connsiteX1" fmla="*/ 0 w 2514600"/>
              <a:gd name="connsiteY1" fmla="*/ 0 h 3600000"/>
              <a:gd name="connsiteX2" fmla="*/ 2334600 w 2514600"/>
              <a:gd name="connsiteY2" fmla="*/ 0 h 3600000"/>
              <a:gd name="connsiteX3" fmla="*/ 2514600 w 2514600"/>
              <a:gd name="connsiteY3" fmla="*/ 0 h 3600000"/>
              <a:gd name="connsiteX4" fmla="*/ 2514600 w 2514600"/>
              <a:gd name="connsiteY4" fmla="*/ 180000 h 3600000"/>
              <a:gd name="connsiteX5" fmla="*/ 2514600 w 2514600"/>
              <a:gd name="connsiteY5" fmla="*/ 3600000 h 3600000"/>
              <a:gd name="connsiteX6" fmla="*/ 2334600 w 2514600"/>
              <a:gd name="connsiteY6" fmla="*/ 3600000 h 3600000"/>
              <a:gd name="connsiteX7" fmla="*/ 2334600 w 2514600"/>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4600" h="3600000">
                <a:moveTo>
                  <a:pt x="0" y="180000"/>
                </a:moveTo>
                <a:lnTo>
                  <a:pt x="0" y="0"/>
                </a:lnTo>
                <a:lnTo>
                  <a:pt x="2334600" y="0"/>
                </a:lnTo>
                <a:lnTo>
                  <a:pt x="2514600" y="0"/>
                </a:lnTo>
                <a:lnTo>
                  <a:pt x="2514600" y="180000"/>
                </a:lnTo>
                <a:lnTo>
                  <a:pt x="2514600" y="3600000"/>
                </a:lnTo>
                <a:lnTo>
                  <a:pt x="2334600" y="3600000"/>
                </a:lnTo>
                <a:lnTo>
                  <a:pt x="2334600"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578943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 x Content Block with Icon">
    <p:spTree>
      <p:nvGrpSpPr>
        <p:cNvPr id="1" name=""/>
        <p:cNvGrpSpPr/>
        <p:nvPr/>
      </p:nvGrpSpPr>
      <p:grpSpPr>
        <a:xfrm>
          <a:off x="0" y="0"/>
          <a:ext cx="0" cy="0"/>
          <a:chOff x="0" y="0"/>
          <a:chExt cx="0" cy="0"/>
        </a:xfrm>
      </p:grpSpPr>
      <p:sp>
        <p:nvSpPr>
          <p:cNvPr id="6" name="Picture Placeholder 23">
            <a:extLst>
              <a:ext uri="{FF2B5EF4-FFF2-40B4-BE49-F238E27FC236}">
                <a16:creationId xmlns:a16="http://schemas.microsoft.com/office/drawing/2014/main" id="{E6622698-E93D-4214-8C21-38DBE58C2E3F}"/>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224000" rIns="0" anchor="t">
            <a:noAutofit/>
          </a:bodyPr>
          <a:lstStyle>
            <a:lvl1pPr marL="0" indent="0" algn="ctr">
              <a:lnSpc>
                <a:spcPct val="100000"/>
              </a:lnSpc>
              <a:buNone/>
              <a:defRPr sz="1200" i="1">
                <a:solidFill>
                  <a:schemeClr val="bg1"/>
                </a:solidFill>
              </a:defRPr>
            </a:lvl1pPr>
          </a:lstStyle>
          <a:p>
            <a:r>
              <a:rPr lang="en-US" dirty="0"/>
              <a:t>Drag &amp; Drop Your </a:t>
            </a:r>
            <a:br>
              <a:rPr lang="en-US" dirty="0"/>
            </a:br>
            <a:r>
              <a:rPr lang="en-US" dirty="0"/>
              <a:t>Background Photo Here</a:t>
            </a:r>
          </a:p>
        </p:txBody>
      </p:sp>
      <p:sp>
        <p:nvSpPr>
          <p:cNvPr id="9" name="Freeform: Shape 8">
            <a:extLst>
              <a:ext uri="{FF2B5EF4-FFF2-40B4-BE49-F238E27FC236}">
                <a16:creationId xmlns:a16="http://schemas.microsoft.com/office/drawing/2014/main" id="{1706BC54-FE11-4237-96CC-8DA267DB5D7C}"/>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6"/>
            <a:ext cx="7560000" cy="370166"/>
          </a:xfrm>
        </p:spPr>
        <p:txBody>
          <a:bodyPr/>
          <a:lstStyle>
            <a:lvl1pPr>
              <a:defRPr>
                <a:solidFill>
                  <a:schemeClr val="bg1"/>
                </a:solidFill>
              </a:defRPr>
            </a:lvl1p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5" name="Text Placeholder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1470581" y="2186444"/>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3" name="Text Placeholder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1470581" y="1775806"/>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15" name="Text Placeholder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5031291" y="2186444"/>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6" name="Text Placeholder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5031291" y="1775806"/>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17" name="Text Placeholder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592000" y="2186444"/>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8" name="Text Placeholder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592000" y="1775806"/>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19" name="Text Placeholder 4">
            <a:extLst>
              <a:ext uri="{FF2B5EF4-FFF2-40B4-BE49-F238E27FC236}">
                <a16:creationId xmlns:a16="http://schemas.microsoft.com/office/drawing/2014/main" id="{3E6D854C-C76F-49BA-9E74-F438CA8EA9E2}"/>
              </a:ext>
            </a:extLst>
          </p:cNvPr>
          <p:cNvSpPr>
            <a:spLocks noGrp="1"/>
          </p:cNvSpPr>
          <p:nvPr>
            <p:ph type="body" sz="quarter" idx="19" hasCustomPrompt="1"/>
          </p:nvPr>
        </p:nvSpPr>
        <p:spPr>
          <a:xfrm>
            <a:off x="1470581" y="4335857"/>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0" name="Text Placeholder 12">
            <a:extLst>
              <a:ext uri="{FF2B5EF4-FFF2-40B4-BE49-F238E27FC236}">
                <a16:creationId xmlns:a16="http://schemas.microsoft.com/office/drawing/2014/main" id="{AD447D7D-C1F4-4AD4-AE22-EB8E7F1C419E}"/>
              </a:ext>
            </a:extLst>
          </p:cNvPr>
          <p:cNvSpPr>
            <a:spLocks noGrp="1"/>
          </p:cNvSpPr>
          <p:nvPr>
            <p:ph type="body" sz="quarter" idx="20" hasCustomPrompt="1"/>
          </p:nvPr>
        </p:nvSpPr>
        <p:spPr>
          <a:xfrm>
            <a:off x="1470581" y="3925219"/>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21" name="Text Placeholder 4">
            <a:extLst>
              <a:ext uri="{FF2B5EF4-FFF2-40B4-BE49-F238E27FC236}">
                <a16:creationId xmlns:a16="http://schemas.microsoft.com/office/drawing/2014/main" id="{849DF703-38D0-4214-9432-83570E10EFED}"/>
              </a:ext>
            </a:extLst>
          </p:cNvPr>
          <p:cNvSpPr>
            <a:spLocks noGrp="1"/>
          </p:cNvSpPr>
          <p:nvPr>
            <p:ph type="body" sz="quarter" idx="21" hasCustomPrompt="1"/>
          </p:nvPr>
        </p:nvSpPr>
        <p:spPr>
          <a:xfrm>
            <a:off x="5031291" y="4335857"/>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2" name="Text Placeholder 12">
            <a:extLst>
              <a:ext uri="{FF2B5EF4-FFF2-40B4-BE49-F238E27FC236}">
                <a16:creationId xmlns:a16="http://schemas.microsoft.com/office/drawing/2014/main" id="{F9EB6572-1A9F-4672-8E42-A4E15451CA20}"/>
              </a:ext>
            </a:extLst>
          </p:cNvPr>
          <p:cNvSpPr>
            <a:spLocks noGrp="1"/>
          </p:cNvSpPr>
          <p:nvPr>
            <p:ph type="body" sz="quarter" idx="22" hasCustomPrompt="1"/>
          </p:nvPr>
        </p:nvSpPr>
        <p:spPr>
          <a:xfrm>
            <a:off x="5031291" y="3925219"/>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23" name="Text Placeholder 4">
            <a:extLst>
              <a:ext uri="{FF2B5EF4-FFF2-40B4-BE49-F238E27FC236}">
                <a16:creationId xmlns:a16="http://schemas.microsoft.com/office/drawing/2014/main" id="{0740EB70-455C-47FF-9A9A-0D78D202ED03}"/>
              </a:ext>
            </a:extLst>
          </p:cNvPr>
          <p:cNvSpPr>
            <a:spLocks noGrp="1"/>
          </p:cNvSpPr>
          <p:nvPr>
            <p:ph type="body" sz="quarter" idx="23" hasCustomPrompt="1"/>
          </p:nvPr>
        </p:nvSpPr>
        <p:spPr>
          <a:xfrm>
            <a:off x="8592000" y="4335857"/>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4" name="Text Placeholder 12">
            <a:extLst>
              <a:ext uri="{FF2B5EF4-FFF2-40B4-BE49-F238E27FC236}">
                <a16:creationId xmlns:a16="http://schemas.microsoft.com/office/drawing/2014/main" id="{CD9A5773-4F50-4631-9B7A-0A2D83E5DC28}"/>
              </a:ext>
            </a:extLst>
          </p:cNvPr>
          <p:cNvSpPr>
            <a:spLocks noGrp="1"/>
          </p:cNvSpPr>
          <p:nvPr>
            <p:ph type="body" sz="quarter" idx="24" hasCustomPrompt="1"/>
          </p:nvPr>
        </p:nvSpPr>
        <p:spPr>
          <a:xfrm>
            <a:off x="8592000" y="3925219"/>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Tree>
    <p:extLst>
      <p:ext uri="{BB962C8B-B14F-4D97-AF65-F5344CB8AC3E}">
        <p14:creationId xmlns:p14="http://schemas.microsoft.com/office/powerpoint/2010/main" val="3875987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 x Content Block with Ic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45350A6A-6F84-47F4-AE00-8295D96D08C8}"/>
              </a:ext>
            </a:extLst>
          </p:cNvPr>
          <p:cNvSpPr/>
          <p:nvPr userDrawn="1"/>
        </p:nvSpPr>
        <p:spPr>
          <a:xfrm rot="5400000">
            <a:off x="8677500" y="3343500"/>
            <a:ext cx="3429000" cy="3600000"/>
          </a:xfrm>
          <a:custGeom>
            <a:avLst/>
            <a:gdLst>
              <a:gd name="connsiteX0" fmla="*/ 0 w 3429000"/>
              <a:gd name="connsiteY0" fmla="*/ 180000 h 3600000"/>
              <a:gd name="connsiteX1" fmla="*/ 0 w 3429000"/>
              <a:gd name="connsiteY1" fmla="*/ 0 h 3600000"/>
              <a:gd name="connsiteX2" fmla="*/ 3249000 w 3429000"/>
              <a:gd name="connsiteY2" fmla="*/ 0 h 3600000"/>
              <a:gd name="connsiteX3" fmla="*/ 3429000 w 3429000"/>
              <a:gd name="connsiteY3" fmla="*/ 0 h 3600000"/>
              <a:gd name="connsiteX4" fmla="*/ 3429000 w 3429000"/>
              <a:gd name="connsiteY4" fmla="*/ 180000 h 3600000"/>
              <a:gd name="connsiteX5" fmla="*/ 3429000 w 3429000"/>
              <a:gd name="connsiteY5" fmla="*/ 3600000 h 3600000"/>
              <a:gd name="connsiteX6" fmla="*/ 3249000 w 3429000"/>
              <a:gd name="connsiteY6" fmla="*/ 3600000 h 3600000"/>
              <a:gd name="connsiteX7" fmla="*/ 3249000 w 3429000"/>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000" h="3600000">
                <a:moveTo>
                  <a:pt x="0" y="180000"/>
                </a:moveTo>
                <a:lnTo>
                  <a:pt x="0" y="0"/>
                </a:lnTo>
                <a:lnTo>
                  <a:pt x="3249000" y="0"/>
                </a:lnTo>
                <a:lnTo>
                  <a:pt x="3429000" y="0"/>
                </a:lnTo>
                <a:lnTo>
                  <a:pt x="3429000" y="180000"/>
                </a:lnTo>
                <a:lnTo>
                  <a:pt x="3429000" y="3600000"/>
                </a:lnTo>
                <a:lnTo>
                  <a:pt x="3249000" y="3600000"/>
                </a:lnTo>
                <a:lnTo>
                  <a:pt x="3249000"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Text Placeholder 3">
            <a:extLst>
              <a:ext uri="{FF2B5EF4-FFF2-40B4-BE49-F238E27FC236}">
                <a16:creationId xmlns:a16="http://schemas.microsoft.com/office/drawing/2014/main" id="{6A395197-9758-40F0-B747-F8B134C175EB}"/>
              </a:ext>
            </a:extLst>
          </p:cNvPr>
          <p:cNvSpPr txBox="1">
            <a:spLocks/>
          </p:cNvSpPr>
          <p:nvPr userDrawn="1"/>
        </p:nvSpPr>
        <p:spPr>
          <a:xfrm>
            <a:off x="0" y="-436"/>
            <a:ext cx="12192000" cy="3429436"/>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6"/>
            <a:ext cx="7560000" cy="370166"/>
          </a:xfrm>
        </p:spPr>
        <p:txBody>
          <a:bodyPr/>
          <a:lstStyle>
            <a:lvl1pPr>
              <a:defRPr>
                <a:solidFill>
                  <a:schemeClr val="bg1"/>
                </a:solidFill>
              </a:defRPr>
            </a:lvl1pPr>
          </a:lstStyle>
          <a:p>
            <a:r>
              <a:rPr lang="en-US" noProof="0"/>
              <a:t>Click to edit Master title style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noProof="0"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noProof="0" smtClean="0"/>
              <a:pPr/>
              <a:t>‹#›</a:t>
            </a:fld>
            <a:endParaRPr lang="en-US" noProof="0" dirty="0"/>
          </a:p>
        </p:txBody>
      </p:sp>
      <p:sp>
        <p:nvSpPr>
          <p:cNvPr id="5" name="Text Placeholder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682863" y="3668499"/>
            <a:ext cx="3276000" cy="2238815"/>
          </a:xfrm>
        </p:spPr>
        <p:txBody>
          <a:bodyPr lIns="108000"/>
          <a:lstStyle>
            <a:lvl1pPr marL="171450" indent="-171450">
              <a:buClr>
                <a:schemeClr val="accent2"/>
              </a:buClr>
              <a:buFont typeface="Arial" panose="020B0604020202020204" pitchFamily="34" charset="0"/>
              <a:buChar char="•"/>
              <a:defRPr sz="1200">
                <a:solidFill>
                  <a:schemeClr val="tx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Description</a:t>
            </a:r>
          </a:p>
        </p:txBody>
      </p:sp>
      <p:sp>
        <p:nvSpPr>
          <p:cNvPr id="13" name="Text Placeholder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682863" y="3068555"/>
            <a:ext cx="3276000" cy="360445"/>
          </a:xfrm>
          <a:solidFill>
            <a:schemeClr val="tx2"/>
          </a:solidFill>
        </p:spPr>
        <p:txBody>
          <a:bodyPr lIns="108000" anchor="ct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Header</a:t>
            </a:r>
          </a:p>
        </p:txBody>
      </p:sp>
      <p:sp>
        <p:nvSpPr>
          <p:cNvPr id="15" name="Text Placeholder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4445432" y="3668499"/>
            <a:ext cx="3276000" cy="2238815"/>
          </a:xfrm>
        </p:spPr>
        <p:txBody>
          <a:bodyPr lIns="108000"/>
          <a:lstStyle>
            <a:lvl1pPr marL="171450" indent="-171450">
              <a:buClr>
                <a:schemeClr val="accent2"/>
              </a:buClr>
              <a:buFont typeface="Arial" panose="020B0604020202020204" pitchFamily="34" charset="0"/>
              <a:buChar char="•"/>
              <a:defRPr sz="1200">
                <a:solidFill>
                  <a:schemeClr val="tx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Description</a:t>
            </a:r>
          </a:p>
        </p:txBody>
      </p:sp>
      <p:sp>
        <p:nvSpPr>
          <p:cNvPr id="16" name="Text Placeholder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4445432" y="3068555"/>
            <a:ext cx="3276000" cy="360445"/>
          </a:xfrm>
          <a:solidFill>
            <a:schemeClr val="tx2"/>
          </a:solidFill>
        </p:spPr>
        <p:txBody>
          <a:bodyPr lIns="108000" anchor="ct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Header</a:t>
            </a:r>
          </a:p>
        </p:txBody>
      </p:sp>
      <p:sp>
        <p:nvSpPr>
          <p:cNvPr id="17" name="Text Placeholder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208000" y="3668499"/>
            <a:ext cx="3276000" cy="2238815"/>
          </a:xfrm>
        </p:spPr>
        <p:txBody>
          <a:bodyPr lIns="108000"/>
          <a:lstStyle>
            <a:lvl1pPr marL="171450" indent="-171450">
              <a:buClr>
                <a:schemeClr val="accent2"/>
              </a:buClr>
              <a:buFont typeface="Arial" panose="020B0604020202020204" pitchFamily="34" charset="0"/>
              <a:buChar char="•"/>
              <a:defRPr sz="1200">
                <a:solidFill>
                  <a:schemeClr val="tx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Description</a:t>
            </a:r>
          </a:p>
        </p:txBody>
      </p:sp>
      <p:sp>
        <p:nvSpPr>
          <p:cNvPr id="18" name="Text Placeholder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208000" y="3068555"/>
            <a:ext cx="3276000" cy="360445"/>
          </a:xfrm>
          <a:solidFill>
            <a:schemeClr val="tx2"/>
          </a:solidFill>
        </p:spPr>
        <p:txBody>
          <a:bodyPr lIns="108000" anchor="ct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Header</a:t>
            </a:r>
          </a:p>
        </p:txBody>
      </p:sp>
      <p:sp>
        <p:nvSpPr>
          <p:cNvPr id="29" name="Picture Placeholder 25">
            <a:extLst>
              <a:ext uri="{FF2B5EF4-FFF2-40B4-BE49-F238E27FC236}">
                <a16:creationId xmlns:a16="http://schemas.microsoft.com/office/drawing/2014/main" id="{8989EC4C-4E3F-457F-8CF6-8A88DE68A930}"/>
              </a:ext>
            </a:extLst>
          </p:cNvPr>
          <p:cNvSpPr>
            <a:spLocks noGrp="1"/>
          </p:cNvSpPr>
          <p:nvPr>
            <p:ph type="pic" sz="quarter" idx="23" hasCustomPrompt="1"/>
          </p:nvPr>
        </p:nvSpPr>
        <p:spPr>
          <a:xfrm>
            <a:off x="1908907" y="2005142"/>
            <a:ext cx="823913" cy="823913"/>
          </a:xfrm>
        </p:spPr>
        <p:txBody>
          <a:bodyPr anchor="ctr"/>
          <a:lstStyle>
            <a:lvl1pPr marL="0" indent="0" algn="ctr">
              <a:buNone/>
              <a:defRPr sz="1050" i="1">
                <a:solidFill>
                  <a:schemeClr val="bg1"/>
                </a:solidFill>
              </a:defRPr>
            </a:lvl1pPr>
          </a:lstStyle>
          <a:p>
            <a:r>
              <a:rPr lang="en-US" noProof="0" dirty="0"/>
              <a:t>Icon</a:t>
            </a:r>
          </a:p>
        </p:txBody>
      </p:sp>
      <p:sp>
        <p:nvSpPr>
          <p:cNvPr id="30" name="Picture Placeholder 25">
            <a:extLst>
              <a:ext uri="{FF2B5EF4-FFF2-40B4-BE49-F238E27FC236}">
                <a16:creationId xmlns:a16="http://schemas.microsoft.com/office/drawing/2014/main" id="{67FB2730-3D12-4D72-AE64-AC3955C5CD99}"/>
              </a:ext>
            </a:extLst>
          </p:cNvPr>
          <p:cNvSpPr>
            <a:spLocks noGrp="1"/>
          </p:cNvSpPr>
          <p:nvPr>
            <p:ph type="pic" sz="quarter" idx="24" hasCustomPrompt="1"/>
          </p:nvPr>
        </p:nvSpPr>
        <p:spPr>
          <a:xfrm>
            <a:off x="5671476" y="2005142"/>
            <a:ext cx="823913" cy="823913"/>
          </a:xfrm>
        </p:spPr>
        <p:txBody>
          <a:bodyPr anchor="ctr"/>
          <a:lstStyle>
            <a:lvl1pPr marL="0" indent="0" algn="ctr">
              <a:buNone/>
              <a:defRPr sz="1050" i="1">
                <a:solidFill>
                  <a:schemeClr val="bg1"/>
                </a:solidFill>
              </a:defRPr>
            </a:lvl1pPr>
          </a:lstStyle>
          <a:p>
            <a:r>
              <a:rPr lang="en-US" noProof="0" dirty="0"/>
              <a:t>Icon</a:t>
            </a:r>
          </a:p>
        </p:txBody>
      </p:sp>
      <p:sp>
        <p:nvSpPr>
          <p:cNvPr id="31" name="Picture Placeholder 25">
            <a:extLst>
              <a:ext uri="{FF2B5EF4-FFF2-40B4-BE49-F238E27FC236}">
                <a16:creationId xmlns:a16="http://schemas.microsoft.com/office/drawing/2014/main" id="{4F2BB90C-4866-4DB3-B05C-0BB7DBFF8EA3}"/>
              </a:ext>
            </a:extLst>
          </p:cNvPr>
          <p:cNvSpPr>
            <a:spLocks noGrp="1"/>
          </p:cNvSpPr>
          <p:nvPr>
            <p:ph type="pic" sz="quarter" idx="25" hasCustomPrompt="1"/>
          </p:nvPr>
        </p:nvSpPr>
        <p:spPr>
          <a:xfrm>
            <a:off x="9434044" y="2005142"/>
            <a:ext cx="823913" cy="823913"/>
          </a:xfrm>
        </p:spPr>
        <p:txBody>
          <a:bodyPr anchor="ctr"/>
          <a:lstStyle>
            <a:lvl1pPr marL="0" indent="0" algn="ctr">
              <a:buNone/>
              <a:defRPr sz="1050" i="1">
                <a:solidFill>
                  <a:schemeClr val="bg1"/>
                </a:solidFill>
              </a:defRPr>
            </a:lvl1pPr>
          </a:lstStyle>
          <a:p>
            <a:r>
              <a:rPr lang="en-US" noProof="0" dirty="0"/>
              <a:t>Icon</a:t>
            </a:r>
          </a:p>
        </p:txBody>
      </p:sp>
      <p:sp>
        <p:nvSpPr>
          <p:cNvPr id="21" name="Text Placeholder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bg1"/>
                </a:solidFill>
                <a:latin typeface="+mj-lt"/>
              </a:defRPr>
            </a:lvl1pPr>
          </a:lstStyle>
          <a:p>
            <a:pPr lvl="0"/>
            <a:r>
              <a:rPr lang="en-US" noProof="0"/>
              <a:t>SUBTITLE</a:t>
            </a:r>
          </a:p>
        </p:txBody>
      </p:sp>
      <p:sp>
        <p:nvSpPr>
          <p:cNvPr id="26" name="Freeform: Shape 25">
            <a:extLst>
              <a:ext uri="{FF2B5EF4-FFF2-40B4-BE49-F238E27FC236}">
                <a16:creationId xmlns:a16="http://schemas.microsoft.com/office/drawing/2014/main" id="{AEA98CFA-B2A7-4BCC-B1DC-01CFAD2DD65E}"/>
              </a:ext>
            </a:extLst>
          </p:cNvPr>
          <p:cNvSpPr/>
          <p:nvPr userDrawn="1"/>
        </p:nvSpPr>
        <p:spPr>
          <a:xfrm rot="5400000">
            <a:off x="8677500" y="-85500"/>
            <a:ext cx="3429000" cy="3600000"/>
          </a:xfrm>
          <a:custGeom>
            <a:avLst/>
            <a:gdLst>
              <a:gd name="connsiteX0" fmla="*/ 0 w 3429000"/>
              <a:gd name="connsiteY0" fmla="*/ 3600000 h 3600000"/>
              <a:gd name="connsiteX1" fmla="*/ 0 w 3429000"/>
              <a:gd name="connsiteY1" fmla="*/ 0 h 3600000"/>
              <a:gd name="connsiteX2" fmla="*/ 180000 w 3429000"/>
              <a:gd name="connsiteY2" fmla="*/ 0 h 3600000"/>
              <a:gd name="connsiteX3" fmla="*/ 3429000 w 3429000"/>
              <a:gd name="connsiteY3" fmla="*/ 0 h 3600000"/>
              <a:gd name="connsiteX4" fmla="*/ 3429000 w 3429000"/>
              <a:gd name="connsiteY4" fmla="*/ 180000 h 3600000"/>
              <a:gd name="connsiteX5" fmla="*/ 180000 w 3429000"/>
              <a:gd name="connsiteY5" fmla="*/ 180000 h 3600000"/>
              <a:gd name="connsiteX6" fmla="*/ 180000 w 3429000"/>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29000" h="3600000">
                <a:moveTo>
                  <a:pt x="0" y="3600000"/>
                </a:moveTo>
                <a:lnTo>
                  <a:pt x="0" y="0"/>
                </a:lnTo>
                <a:lnTo>
                  <a:pt x="180000" y="0"/>
                </a:lnTo>
                <a:lnTo>
                  <a:pt x="3429000" y="0"/>
                </a:lnTo>
                <a:lnTo>
                  <a:pt x="3429000"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2142598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Subtitle Only - Dark">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E752CBEE-7696-40FC-AB0E-8790B179D18C}"/>
              </a:ext>
            </a:extLst>
          </p:cNvPr>
          <p:cNvSpPr/>
          <p:nvPr userDrawn="1"/>
        </p:nvSpPr>
        <p:spPr>
          <a:xfrm rot="5400000">
            <a:off x="8188485" y="2854485"/>
            <a:ext cx="4407031" cy="3600000"/>
          </a:xfrm>
          <a:custGeom>
            <a:avLst/>
            <a:gdLst>
              <a:gd name="connsiteX0" fmla="*/ 0 w 4407031"/>
              <a:gd name="connsiteY0" fmla="*/ 180000 h 3600000"/>
              <a:gd name="connsiteX1" fmla="*/ 0 w 4407031"/>
              <a:gd name="connsiteY1" fmla="*/ 0 h 3600000"/>
              <a:gd name="connsiteX2" fmla="*/ 4227031 w 4407031"/>
              <a:gd name="connsiteY2" fmla="*/ 0 h 3600000"/>
              <a:gd name="connsiteX3" fmla="*/ 4407031 w 4407031"/>
              <a:gd name="connsiteY3" fmla="*/ 0 h 3600000"/>
              <a:gd name="connsiteX4" fmla="*/ 4407031 w 4407031"/>
              <a:gd name="connsiteY4" fmla="*/ 180000 h 3600000"/>
              <a:gd name="connsiteX5" fmla="*/ 4407031 w 4407031"/>
              <a:gd name="connsiteY5" fmla="*/ 3600000 h 3600000"/>
              <a:gd name="connsiteX6" fmla="*/ 4227031 w 4407031"/>
              <a:gd name="connsiteY6" fmla="*/ 3600000 h 3600000"/>
              <a:gd name="connsiteX7" fmla="*/ 4227031 w 4407031"/>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7031" h="3600000">
                <a:moveTo>
                  <a:pt x="0" y="180000"/>
                </a:moveTo>
                <a:lnTo>
                  <a:pt x="0" y="0"/>
                </a:lnTo>
                <a:lnTo>
                  <a:pt x="4227031" y="0"/>
                </a:lnTo>
                <a:lnTo>
                  <a:pt x="4407031" y="0"/>
                </a:lnTo>
                <a:lnTo>
                  <a:pt x="4407031" y="180000"/>
                </a:lnTo>
                <a:lnTo>
                  <a:pt x="4407031" y="3600000"/>
                </a:lnTo>
                <a:lnTo>
                  <a:pt x="4227031" y="3600000"/>
                </a:lnTo>
                <a:lnTo>
                  <a:pt x="4227031"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Text Placeholder 3">
            <a:extLst>
              <a:ext uri="{FF2B5EF4-FFF2-40B4-BE49-F238E27FC236}">
                <a16:creationId xmlns:a16="http://schemas.microsoft.com/office/drawing/2014/main" id="{6A395197-9758-40F0-B747-F8B134C175EB}"/>
              </a:ext>
            </a:extLst>
          </p:cNvPr>
          <p:cNvSpPr txBox="1">
            <a:spLocks/>
          </p:cNvSpPr>
          <p:nvPr userDrawn="1"/>
        </p:nvSpPr>
        <p:spPr>
          <a:xfrm>
            <a:off x="0" y="-436"/>
            <a:ext cx="12192000" cy="2451405"/>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6"/>
            <a:ext cx="7560000" cy="370166"/>
          </a:xfrm>
        </p:spPr>
        <p:txBody>
          <a:bodyPr/>
          <a:lstStyle>
            <a:lvl1pPr>
              <a:defRPr>
                <a:solidFill>
                  <a:schemeClr val="bg1"/>
                </a:solidFill>
              </a:defRPr>
            </a:lvl1pPr>
          </a:lstStyle>
          <a:p>
            <a:r>
              <a:rPr lang="en-US" noProof="0"/>
              <a:t>Click to edit Master title style</a:t>
            </a:r>
          </a:p>
        </p:txBody>
      </p:sp>
      <p:sp>
        <p:nvSpPr>
          <p:cNvPr id="21" name="Text Placeholder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bg1"/>
                </a:solidFill>
                <a:latin typeface="+mj-lt"/>
              </a:defRPr>
            </a:lvl1pPr>
          </a:lstStyle>
          <a:p>
            <a:pPr lvl="0"/>
            <a:r>
              <a:rPr lang="en-US" noProof="0"/>
              <a:t>SUBTITLE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noProof="0"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noProof="0" smtClean="0"/>
              <a:pPr/>
              <a:t>‹#›</a:t>
            </a:fld>
            <a:endParaRPr lang="en-US" noProof="0" dirty="0"/>
          </a:p>
        </p:txBody>
      </p:sp>
      <p:sp>
        <p:nvSpPr>
          <p:cNvPr id="26" name="Freeform: Shape 25">
            <a:extLst>
              <a:ext uri="{FF2B5EF4-FFF2-40B4-BE49-F238E27FC236}">
                <a16:creationId xmlns:a16="http://schemas.microsoft.com/office/drawing/2014/main" id="{89445125-53D2-43B3-8ABC-C88E463BE7DD}"/>
              </a:ext>
            </a:extLst>
          </p:cNvPr>
          <p:cNvSpPr/>
          <p:nvPr userDrawn="1"/>
        </p:nvSpPr>
        <p:spPr>
          <a:xfrm rot="5400000">
            <a:off x="9166516" y="-574515"/>
            <a:ext cx="2450969" cy="3600000"/>
          </a:xfrm>
          <a:custGeom>
            <a:avLst/>
            <a:gdLst>
              <a:gd name="connsiteX0" fmla="*/ 0 w 2450969"/>
              <a:gd name="connsiteY0" fmla="*/ 3600000 h 3600000"/>
              <a:gd name="connsiteX1" fmla="*/ 0 w 2450969"/>
              <a:gd name="connsiteY1" fmla="*/ 0 h 3600000"/>
              <a:gd name="connsiteX2" fmla="*/ 180000 w 2450969"/>
              <a:gd name="connsiteY2" fmla="*/ 0 h 3600000"/>
              <a:gd name="connsiteX3" fmla="*/ 2450969 w 2450969"/>
              <a:gd name="connsiteY3" fmla="*/ 0 h 3600000"/>
              <a:gd name="connsiteX4" fmla="*/ 2450969 w 2450969"/>
              <a:gd name="connsiteY4" fmla="*/ 180000 h 3600000"/>
              <a:gd name="connsiteX5" fmla="*/ 180000 w 2450969"/>
              <a:gd name="connsiteY5" fmla="*/ 180000 h 3600000"/>
              <a:gd name="connsiteX6" fmla="*/ 180000 w 2450969"/>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0969" h="3600000">
                <a:moveTo>
                  <a:pt x="0" y="3600000"/>
                </a:moveTo>
                <a:lnTo>
                  <a:pt x="0" y="0"/>
                </a:lnTo>
                <a:lnTo>
                  <a:pt x="180000" y="0"/>
                </a:lnTo>
                <a:lnTo>
                  <a:pt x="2450969" y="0"/>
                </a:lnTo>
                <a:lnTo>
                  <a:pt x="2450969"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9759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Subtitle Only - Full Photo">
    <p:bg>
      <p:bgPr>
        <a:solidFill>
          <a:schemeClr val="bg1"/>
        </a:solidFill>
        <a:effectLst/>
      </p:bgPr>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767CE6DD-011B-4E2D-9E8A-EFF414E39EEA}"/>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764000" rIns="0" anchor="t">
            <a:noAutofit/>
          </a:bodyPr>
          <a:lstStyle>
            <a:lvl1pPr marL="0" indent="0" algn="ctr">
              <a:lnSpc>
                <a:spcPct val="100000"/>
              </a:lnSpc>
              <a:buNone/>
              <a:defRPr sz="1200" i="1">
                <a:solidFill>
                  <a:schemeClr val="bg1"/>
                </a:solidFill>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5"/>
            <a:ext cx="7560000" cy="360000"/>
          </a:xfrm>
        </p:spPr>
        <p:txBody>
          <a:bodyPr/>
          <a:lstStyle>
            <a:lvl1pPr>
              <a:defRPr cap="all" baseline="0">
                <a:solidFill>
                  <a:schemeClr val="bg1"/>
                </a:solidFill>
              </a:defRPr>
            </a:lvl1p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9" name="Freeform: Shape 8">
            <a:extLst>
              <a:ext uri="{FF2B5EF4-FFF2-40B4-BE49-F238E27FC236}">
                <a16:creationId xmlns:a16="http://schemas.microsoft.com/office/drawing/2014/main" id="{C6E75A4B-2655-4B0E-8D3B-0068F57D3D9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3">
            <a:extLst>
              <a:ext uri="{FF2B5EF4-FFF2-40B4-BE49-F238E27FC236}">
                <a16:creationId xmlns:a16="http://schemas.microsoft.com/office/drawing/2014/main" id="{0A18EF7D-14D0-4362-B8BD-722D3D54D429}"/>
              </a:ext>
            </a:extLst>
          </p:cNvPr>
          <p:cNvSpPr>
            <a:spLocks noGrp="1"/>
          </p:cNvSpPr>
          <p:nvPr>
            <p:ph type="body" sz="quarter" idx="13" hasCustomPrompt="1"/>
          </p:nvPr>
        </p:nvSpPr>
        <p:spPr>
          <a:xfrm>
            <a:off x="684213" y="1405643"/>
            <a:ext cx="7559675" cy="360000"/>
          </a:xfrm>
        </p:spPr>
        <p:txBody>
          <a:bodyPr/>
          <a:lstStyle>
            <a:lvl1pPr marL="0" indent="0">
              <a:buNone/>
              <a:defRPr sz="2200">
                <a:solidFill>
                  <a:schemeClr val="bg1"/>
                </a:solidFill>
                <a:latin typeface="+mj-lt"/>
              </a:defRPr>
            </a:lvl1pPr>
          </a:lstStyle>
          <a:p>
            <a:pPr lvl="0"/>
            <a:r>
              <a:rPr lang="en-US" dirty="0"/>
              <a:t>SUBTITLE</a:t>
            </a:r>
          </a:p>
        </p:txBody>
      </p:sp>
    </p:spTree>
    <p:extLst>
      <p:ext uri="{BB962C8B-B14F-4D97-AF65-F5344CB8AC3E}">
        <p14:creationId xmlns:p14="http://schemas.microsoft.com/office/powerpoint/2010/main" val="2039369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title Only - Ligh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67FF01B-795B-4F5D-87AF-6CAA8DD5D48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 Placeholder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tx1"/>
                </a:solidFill>
                <a:latin typeface="+mj-lt"/>
              </a:defRPr>
            </a:lvl1pPr>
          </a:lstStyle>
          <a:p>
            <a:pPr lvl="0"/>
            <a:r>
              <a:rPr lang="en-US" dirty="0"/>
              <a:t>SUBTITLE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3" name="Title 2">
            <a:extLst>
              <a:ext uri="{FF2B5EF4-FFF2-40B4-BE49-F238E27FC236}">
                <a16:creationId xmlns:a16="http://schemas.microsoft.com/office/drawing/2014/main" id="{72F32FC1-1FF6-4874-9835-EB1A90F7E9F5}"/>
              </a:ext>
            </a:extLst>
          </p:cNvPr>
          <p:cNvSpPr>
            <a:spLocks noGrp="1"/>
          </p:cNvSpPr>
          <p:nvPr>
            <p:ph type="title"/>
          </p:nvPr>
        </p:nvSpPr>
        <p:spPr/>
        <p:txBody>
          <a:bodyPr/>
          <a:lstStyle/>
          <a:p>
            <a:r>
              <a:rPr lang="en-US"/>
              <a:t>Click to edit Master title style</a:t>
            </a:r>
          </a:p>
        </p:txBody>
      </p:sp>
      <p:sp>
        <p:nvSpPr>
          <p:cNvPr id="10" name="Freeform: Shape 9">
            <a:extLst>
              <a:ext uri="{FF2B5EF4-FFF2-40B4-BE49-F238E27FC236}">
                <a16:creationId xmlns:a16="http://schemas.microsoft.com/office/drawing/2014/main" id="{83039E70-36A3-46C1-B30E-CA4CC0B36C5D}"/>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57738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0" name="Text Placeholder 3">
            <a:extLst>
              <a:ext uri="{FF2B5EF4-FFF2-40B4-BE49-F238E27FC236}">
                <a16:creationId xmlns:a16="http://schemas.microsoft.com/office/drawing/2014/main" id="{6A395197-9758-40F0-B747-F8B134C175EB}"/>
              </a:ext>
            </a:extLst>
          </p:cNvPr>
          <p:cNvSpPr txBox="1">
            <a:spLocks/>
          </p:cNvSpPr>
          <p:nvPr userDrawn="1"/>
        </p:nvSpPr>
        <p:spPr>
          <a:xfrm>
            <a:off x="0" y="-436"/>
            <a:ext cx="12192000" cy="6858436"/>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p>
        </p:txBody>
      </p:sp>
      <p:sp>
        <p:nvSpPr>
          <p:cNvPr id="19" name="Freeform: Shape 18">
            <a:extLst>
              <a:ext uri="{FF2B5EF4-FFF2-40B4-BE49-F238E27FC236}">
                <a16:creationId xmlns:a16="http://schemas.microsoft.com/office/drawing/2014/main" id="{78907576-77BD-4FD0-A9FE-48D249CB435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noProof="0"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noProof="0" smtClean="0"/>
              <a:pPr/>
              <a:t>‹#›</a:t>
            </a:fld>
            <a:endParaRPr lang="en-US" noProof="0" dirty="0"/>
          </a:p>
        </p:txBody>
      </p:sp>
      <p:sp>
        <p:nvSpPr>
          <p:cNvPr id="5" name="Text Placeholder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1303794" y="3407563"/>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13" name="Text Placeholder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1303794" y="3005055"/>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15" name="Text Placeholder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5066363" y="3407563"/>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16" name="Text Placeholder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5066363" y="3005055"/>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17" name="Text Placeholder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828931" y="3407563"/>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18" name="Text Placeholder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828931" y="3005055"/>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29" name="Picture Placeholder 25">
            <a:extLst>
              <a:ext uri="{FF2B5EF4-FFF2-40B4-BE49-F238E27FC236}">
                <a16:creationId xmlns:a16="http://schemas.microsoft.com/office/drawing/2014/main" id="{8989EC4C-4E3F-457F-8CF6-8A88DE68A930}"/>
              </a:ext>
            </a:extLst>
          </p:cNvPr>
          <p:cNvSpPr>
            <a:spLocks noGrp="1"/>
          </p:cNvSpPr>
          <p:nvPr>
            <p:ph type="pic" sz="quarter" idx="23" hasCustomPrompt="1"/>
          </p:nvPr>
        </p:nvSpPr>
        <p:spPr>
          <a:xfrm>
            <a:off x="1867711" y="1648853"/>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0" name="Picture Placeholder 25">
            <a:extLst>
              <a:ext uri="{FF2B5EF4-FFF2-40B4-BE49-F238E27FC236}">
                <a16:creationId xmlns:a16="http://schemas.microsoft.com/office/drawing/2014/main" id="{67FB2730-3D12-4D72-AE64-AC3955C5CD99}"/>
              </a:ext>
            </a:extLst>
          </p:cNvPr>
          <p:cNvSpPr>
            <a:spLocks noGrp="1"/>
          </p:cNvSpPr>
          <p:nvPr>
            <p:ph type="pic" sz="quarter" idx="24" hasCustomPrompt="1"/>
          </p:nvPr>
        </p:nvSpPr>
        <p:spPr>
          <a:xfrm>
            <a:off x="5630280" y="1648853"/>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1" name="Picture Placeholder 25">
            <a:extLst>
              <a:ext uri="{FF2B5EF4-FFF2-40B4-BE49-F238E27FC236}">
                <a16:creationId xmlns:a16="http://schemas.microsoft.com/office/drawing/2014/main" id="{4F2BB90C-4866-4DB3-B05C-0BB7DBFF8EA3}"/>
              </a:ext>
            </a:extLst>
          </p:cNvPr>
          <p:cNvSpPr>
            <a:spLocks noGrp="1"/>
          </p:cNvSpPr>
          <p:nvPr>
            <p:ph type="pic" sz="quarter" idx="25" hasCustomPrompt="1"/>
          </p:nvPr>
        </p:nvSpPr>
        <p:spPr>
          <a:xfrm>
            <a:off x="9392848" y="1648853"/>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22" name="Text Placeholder 4">
            <a:extLst>
              <a:ext uri="{FF2B5EF4-FFF2-40B4-BE49-F238E27FC236}">
                <a16:creationId xmlns:a16="http://schemas.microsoft.com/office/drawing/2014/main" id="{FE407FE5-15DF-40F7-B14C-0A04CC30CD66}"/>
              </a:ext>
            </a:extLst>
          </p:cNvPr>
          <p:cNvSpPr>
            <a:spLocks noGrp="1"/>
          </p:cNvSpPr>
          <p:nvPr>
            <p:ph type="body" sz="quarter" idx="26" hasCustomPrompt="1"/>
          </p:nvPr>
        </p:nvSpPr>
        <p:spPr>
          <a:xfrm>
            <a:off x="1303794" y="5736658"/>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23" name="Text Placeholder 12">
            <a:extLst>
              <a:ext uri="{FF2B5EF4-FFF2-40B4-BE49-F238E27FC236}">
                <a16:creationId xmlns:a16="http://schemas.microsoft.com/office/drawing/2014/main" id="{7DD73F77-2E6A-450D-B4AF-8643D8AE1ECE}"/>
              </a:ext>
            </a:extLst>
          </p:cNvPr>
          <p:cNvSpPr>
            <a:spLocks noGrp="1"/>
          </p:cNvSpPr>
          <p:nvPr>
            <p:ph type="body" sz="quarter" idx="27" hasCustomPrompt="1"/>
          </p:nvPr>
        </p:nvSpPr>
        <p:spPr>
          <a:xfrm>
            <a:off x="1303794" y="5334150"/>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24" name="Text Placeholder 4">
            <a:extLst>
              <a:ext uri="{FF2B5EF4-FFF2-40B4-BE49-F238E27FC236}">
                <a16:creationId xmlns:a16="http://schemas.microsoft.com/office/drawing/2014/main" id="{7F1CAED2-2A78-4780-A303-060C24C56526}"/>
              </a:ext>
            </a:extLst>
          </p:cNvPr>
          <p:cNvSpPr>
            <a:spLocks noGrp="1"/>
          </p:cNvSpPr>
          <p:nvPr>
            <p:ph type="body" sz="quarter" idx="28" hasCustomPrompt="1"/>
          </p:nvPr>
        </p:nvSpPr>
        <p:spPr>
          <a:xfrm>
            <a:off x="5066363" y="5736658"/>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27" name="Text Placeholder 12">
            <a:extLst>
              <a:ext uri="{FF2B5EF4-FFF2-40B4-BE49-F238E27FC236}">
                <a16:creationId xmlns:a16="http://schemas.microsoft.com/office/drawing/2014/main" id="{4E77CA0B-49F8-4EE9-84A7-AB28FD1CC1ED}"/>
              </a:ext>
            </a:extLst>
          </p:cNvPr>
          <p:cNvSpPr>
            <a:spLocks noGrp="1"/>
          </p:cNvSpPr>
          <p:nvPr>
            <p:ph type="body" sz="quarter" idx="29" hasCustomPrompt="1"/>
          </p:nvPr>
        </p:nvSpPr>
        <p:spPr>
          <a:xfrm>
            <a:off x="5066363" y="5334150"/>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28" name="Text Placeholder 4">
            <a:extLst>
              <a:ext uri="{FF2B5EF4-FFF2-40B4-BE49-F238E27FC236}">
                <a16:creationId xmlns:a16="http://schemas.microsoft.com/office/drawing/2014/main" id="{5D4F2294-CE3A-4705-BCB3-C5DAFA373C25}"/>
              </a:ext>
            </a:extLst>
          </p:cNvPr>
          <p:cNvSpPr>
            <a:spLocks noGrp="1"/>
          </p:cNvSpPr>
          <p:nvPr>
            <p:ph type="body" sz="quarter" idx="30" hasCustomPrompt="1"/>
          </p:nvPr>
        </p:nvSpPr>
        <p:spPr>
          <a:xfrm>
            <a:off x="8828931" y="5736658"/>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32" name="Text Placeholder 12">
            <a:extLst>
              <a:ext uri="{FF2B5EF4-FFF2-40B4-BE49-F238E27FC236}">
                <a16:creationId xmlns:a16="http://schemas.microsoft.com/office/drawing/2014/main" id="{7B49F9AF-7698-444D-8D12-FA0B6A713E03}"/>
              </a:ext>
            </a:extLst>
          </p:cNvPr>
          <p:cNvSpPr>
            <a:spLocks noGrp="1"/>
          </p:cNvSpPr>
          <p:nvPr>
            <p:ph type="body" sz="quarter" idx="31" hasCustomPrompt="1"/>
          </p:nvPr>
        </p:nvSpPr>
        <p:spPr>
          <a:xfrm>
            <a:off x="8828931" y="5334150"/>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33" name="Picture Placeholder 25">
            <a:extLst>
              <a:ext uri="{FF2B5EF4-FFF2-40B4-BE49-F238E27FC236}">
                <a16:creationId xmlns:a16="http://schemas.microsoft.com/office/drawing/2014/main" id="{6057C2E9-1501-4819-B77D-23A0268DB0F1}"/>
              </a:ext>
            </a:extLst>
          </p:cNvPr>
          <p:cNvSpPr>
            <a:spLocks noGrp="1"/>
          </p:cNvSpPr>
          <p:nvPr>
            <p:ph type="pic" sz="quarter" idx="32" hasCustomPrompt="1"/>
          </p:nvPr>
        </p:nvSpPr>
        <p:spPr>
          <a:xfrm>
            <a:off x="1867711" y="3977948"/>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4" name="Picture Placeholder 25">
            <a:extLst>
              <a:ext uri="{FF2B5EF4-FFF2-40B4-BE49-F238E27FC236}">
                <a16:creationId xmlns:a16="http://schemas.microsoft.com/office/drawing/2014/main" id="{C77B8544-1CEE-4ED4-89E8-ED042673804D}"/>
              </a:ext>
            </a:extLst>
          </p:cNvPr>
          <p:cNvSpPr>
            <a:spLocks noGrp="1"/>
          </p:cNvSpPr>
          <p:nvPr>
            <p:ph type="pic" sz="quarter" idx="33" hasCustomPrompt="1"/>
          </p:nvPr>
        </p:nvSpPr>
        <p:spPr>
          <a:xfrm>
            <a:off x="5630280" y="3977948"/>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5" name="Picture Placeholder 25">
            <a:extLst>
              <a:ext uri="{FF2B5EF4-FFF2-40B4-BE49-F238E27FC236}">
                <a16:creationId xmlns:a16="http://schemas.microsoft.com/office/drawing/2014/main" id="{E1131D92-0382-469E-A358-A2EC5FDCCF32}"/>
              </a:ext>
            </a:extLst>
          </p:cNvPr>
          <p:cNvSpPr>
            <a:spLocks noGrp="1"/>
          </p:cNvSpPr>
          <p:nvPr>
            <p:ph type="pic" sz="quarter" idx="34" hasCustomPrompt="1"/>
          </p:nvPr>
        </p:nvSpPr>
        <p:spPr>
          <a:xfrm>
            <a:off x="9392848" y="3977948"/>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 name="Title 2">
            <a:extLst>
              <a:ext uri="{FF2B5EF4-FFF2-40B4-BE49-F238E27FC236}">
                <a16:creationId xmlns:a16="http://schemas.microsoft.com/office/drawing/2014/main" id="{7C0EBF36-B9CA-4962-B198-27B56B54E58C}"/>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2392197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sted Image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4D42A7-FF15-4C9E-9657-33DD5BC539D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3">
            <a:extLst>
              <a:ext uri="{FF2B5EF4-FFF2-40B4-BE49-F238E27FC236}">
                <a16:creationId xmlns:a16="http://schemas.microsoft.com/office/drawing/2014/main" id="{4FA555C0-B108-4047-8AFF-82E05F073446}"/>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tx1"/>
                </a:solidFill>
                <a:latin typeface="+mj-lt"/>
              </a:defRPr>
            </a:lvl1pPr>
          </a:lstStyle>
          <a:p>
            <a:pPr lvl="0"/>
            <a:r>
              <a:rPr lang="en-US" dirty="0"/>
              <a:t>SUBTITLE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5EAA7C-AE70-48A8-B582-013424EB9C44}"/>
              </a:ext>
            </a:extLst>
          </p:cNvPr>
          <p:cNvSpPr>
            <a:spLocks noGrp="1"/>
          </p:cNvSpPr>
          <p:nvPr>
            <p:ph idx="1" hasCustomPrompt="1"/>
          </p:nvPr>
        </p:nvSpPr>
        <p:spPr>
          <a:xfrm>
            <a:off x="2095500" y="1992933"/>
            <a:ext cx="9388499" cy="1095375"/>
          </a:xfrm>
        </p:spPr>
        <p:txBody>
          <a:bodyPr/>
          <a:lstStyle>
            <a:lvl1pPr marL="0" indent="0">
              <a:buNone/>
              <a:defRPr/>
            </a:lvl1pPr>
          </a:lstStyle>
          <a:p>
            <a:pPr lvl="0"/>
            <a:r>
              <a:rPr lang="en-US" dirty="0"/>
              <a:t>Description Here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11" name="Picture Placeholder 10">
            <a:extLst>
              <a:ext uri="{FF2B5EF4-FFF2-40B4-BE49-F238E27FC236}">
                <a16:creationId xmlns:a16="http://schemas.microsoft.com/office/drawing/2014/main" id="{A98EA298-DD21-4B69-8125-094245EDF713}"/>
              </a:ext>
            </a:extLst>
          </p:cNvPr>
          <p:cNvSpPr>
            <a:spLocks noGrp="1"/>
          </p:cNvSpPr>
          <p:nvPr>
            <p:ph type="pic" sz="quarter" idx="13" hasCustomPrompt="1"/>
          </p:nvPr>
        </p:nvSpPr>
        <p:spPr>
          <a:xfrm>
            <a:off x="684213" y="1992934"/>
            <a:ext cx="1095375" cy="1095375"/>
          </a:xfrm>
        </p:spPr>
        <p:txBody>
          <a:bodyPr anchor="ctr"/>
          <a:lstStyle>
            <a:lvl1pPr marL="0" indent="0" algn="ctr">
              <a:buNone/>
              <a:defRPr sz="1050" i="1"/>
            </a:lvl1pPr>
          </a:lstStyle>
          <a:p>
            <a:r>
              <a:rPr lang="en-US" dirty="0"/>
              <a:t>Place</a:t>
            </a:r>
            <a:br>
              <a:rPr lang="en-US" dirty="0"/>
            </a:br>
            <a:r>
              <a:rPr lang="en-US" dirty="0"/>
              <a:t>Your Image / Logo Here</a:t>
            </a:r>
          </a:p>
        </p:txBody>
      </p:sp>
      <p:sp>
        <p:nvSpPr>
          <p:cNvPr id="12" name="Picture Placeholder 10">
            <a:extLst>
              <a:ext uri="{FF2B5EF4-FFF2-40B4-BE49-F238E27FC236}">
                <a16:creationId xmlns:a16="http://schemas.microsoft.com/office/drawing/2014/main" id="{4C93EFCC-1E62-4200-9E96-2476EE2581BF}"/>
              </a:ext>
            </a:extLst>
          </p:cNvPr>
          <p:cNvSpPr>
            <a:spLocks noGrp="1"/>
          </p:cNvSpPr>
          <p:nvPr>
            <p:ph type="pic" sz="quarter" idx="14" hasCustomPrompt="1"/>
          </p:nvPr>
        </p:nvSpPr>
        <p:spPr>
          <a:xfrm>
            <a:off x="684213" y="3431134"/>
            <a:ext cx="1095375" cy="1095375"/>
          </a:xfrm>
        </p:spPr>
        <p:txBody>
          <a:bodyPr anchor="ctr"/>
          <a:lstStyle>
            <a:lvl1pPr marL="0" indent="0" algn="ctr">
              <a:buNone/>
              <a:defRPr sz="1050" i="1"/>
            </a:lvl1pPr>
          </a:lstStyle>
          <a:p>
            <a:r>
              <a:rPr lang="en-US" dirty="0"/>
              <a:t>Place</a:t>
            </a:r>
            <a:br>
              <a:rPr lang="en-US" dirty="0"/>
            </a:br>
            <a:r>
              <a:rPr lang="en-US" dirty="0"/>
              <a:t>Your Image / Logo Here</a:t>
            </a:r>
          </a:p>
        </p:txBody>
      </p:sp>
      <p:sp>
        <p:nvSpPr>
          <p:cNvPr id="13" name="Picture Placeholder 10">
            <a:extLst>
              <a:ext uri="{FF2B5EF4-FFF2-40B4-BE49-F238E27FC236}">
                <a16:creationId xmlns:a16="http://schemas.microsoft.com/office/drawing/2014/main" id="{8741D874-BD81-4469-AA1C-32517FD7C37B}"/>
              </a:ext>
            </a:extLst>
          </p:cNvPr>
          <p:cNvSpPr>
            <a:spLocks noGrp="1"/>
          </p:cNvSpPr>
          <p:nvPr>
            <p:ph type="pic" sz="quarter" idx="15" hasCustomPrompt="1"/>
          </p:nvPr>
        </p:nvSpPr>
        <p:spPr>
          <a:xfrm>
            <a:off x="684213" y="4869334"/>
            <a:ext cx="1095375" cy="1095375"/>
          </a:xfrm>
        </p:spPr>
        <p:txBody>
          <a:bodyPr anchor="ctr"/>
          <a:lstStyle>
            <a:lvl1pPr marL="0" indent="0" algn="ctr">
              <a:buNone/>
              <a:defRPr sz="1050" i="1"/>
            </a:lvl1pPr>
          </a:lstStyle>
          <a:p>
            <a:r>
              <a:rPr lang="en-US" dirty="0"/>
              <a:t>Place</a:t>
            </a:r>
            <a:br>
              <a:rPr lang="en-US" dirty="0"/>
            </a:br>
            <a:r>
              <a:rPr lang="en-US" dirty="0"/>
              <a:t>Your Image / Logo Here</a:t>
            </a:r>
          </a:p>
        </p:txBody>
      </p:sp>
      <p:sp>
        <p:nvSpPr>
          <p:cNvPr id="14" name="Content Placeholder 2">
            <a:extLst>
              <a:ext uri="{FF2B5EF4-FFF2-40B4-BE49-F238E27FC236}">
                <a16:creationId xmlns:a16="http://schemas.microsoft.com/office/drawing/2014/main" id="{CFB0B599-DDEF-43E9-A07F-FC328C595BCE}"/>
              </a:ext>
            </a:extLst>
          </p:cNvPr>
          <p:cNvSpPr>
            <a:spLocks noGrp="1"/>
          </p:cNvSpPr>
          <p:nvPr>
            <p:ph idx="16" hasCustomPrompt="1"/>
          </p:nvPr>
        </p:nvSpPr>
        <p:spPr>
          <a:xfrm>
            <a:off x="2095500" y="3422739"/>
            <a:ext cx="9388499" cy="1095375"/>
          </a:xfrm>
        </p:spPr>
        <p:txBody>
          <a:bodyPr/>
          <a:lstStyle>
            <a:lvl1pPr marL="0" indent="0">
              <a:buNone/>
              <a:defRPr/>
            </a:lvl1pPr>
          </a:lstStyle>
          <a:p>
            <a:pPr lvl="0"/>
            <a:r>
              <a:rPr lang="en-US" dirty="0"/>
              <a:t>Description Here</a:t>
            </a:r>
          </a:p>
        </p:txBody>
      </p:sp>
      <p:sp>
        <p:nvSpPr>
          <p:cNvPr id="15" name="Content Placeholder 2">
            <a:extLst>
              <a:ext uri="{FF2B5EF4-FFF2-40B4-BE49-F238E27FC236}">
                <a16:creationId xmlns:a16="http://schemas.microsoft.com/office/drawing/2014/main" id="{63FF0857-6431-48DC-BE82-9A93C55CEFB4}"/>
              </a:ext>
            </a:extLst>
          </p:cNvPr>
          <p:cNvSpPr>
            <a:spLocks noGrp="1"/>
          </p:cNvSpPr>
          <p:nvPr>
            <p:ph idx="17" hasCustomPrompt="1"/>
          </p:nvPr>
        </p:nvSpPr>
        <p:spPr>
          <a:xfrm>
            <a:off x="2095500" y="4867850"/>
            <a:ext cx="9388499" cy="1095375"/>
          </a:xfrm>
        </p:spPr>
        <p:txBody>
          <a:bodyPr/>
          <a:lstStyle>
            <a:lvl1pPr marL="0" indent="0">
              <a:buNone/>
              <a:defRPr/>
            </a:lvl1pPr>
          </a:lstStyle>
          <a:p>
            <a:pPr lvl="0"/>
            <a:r>
              <a:rPr lang="en-US" dirty="0"/>
              <a:t>Description Here</a:t>
            </a:r>
          </a:p>
        </p:txBody>
      </p:sp>
    </p:spTree>
    <p:extLst>
      <p:ext uri="{BB962C8B-B14F-4D97-AF65-F5344CB8AC3E}">
        <p14:creationId xmlns:p14="http://schemas.microsoft.com/office/powerpoint/2010/main" val="21194719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4D42A7-FF15-4C9E-9657-33DD5BC539D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3">
            <a:extLst>
              <a:ext uri="{FF2B5EF4-FFF2-40B4-BE49-F238E27FC236}">
                <a16:creationId xmlns:a16="http://schemas.microsoft.com/office/drawing/2014/main" id="{4FA555C0-B108-4047-8AFF-82E05F073446}"/>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tx1"/>
                </a:solidFill>
                <a:latin typeface="+mj-lt"/>
              </a:defRPr>
            </a:lvl1pPr>
          </a:lstStyle>
          <a:p>
            <a:pPr lvl="0"/>
            <a:r>
              <a:rPr lang="en-US" dirty="0"/>
              <a:t>SUBTITLE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5EAA7C-AE70-48A8-B582-013424EB9C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Tree>
    <p:extLst>
      <p:ext uri="{BB962C8B-B14F-4D97-AF65-F5344CB8AC3E}">
        <p14:creationId xmlns:p14="http://schemas.microsoft.com/office/powerpoint/2010/main" val="30417404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8D39141-3E8E-4545-90DB-291A0E5F139B}"/>
              </a:ext>
            </a:extLst>
          </p:cNvPr>
          <p:cNvSpPr>
            <a:spLocks noGrp="1"/>
          </p:cNvSpPr>
          <p:nvPr>
            <p:ph type="pic" sz="quarter" idx="12" hasCustomPrompt="1"/>
          </p:nvPr>
        </p:nvSpPr>
        <p:spPr>
          <a:xfrm>
            <a:off x="0" y="0"/>
            <a:ext cx="12192000" cy="6858000"/>
          </a:xfrm>
          <a:solidFill>
            <a:schemeClr val="tx1">
              <a:lumMod val="75000"/>
              <a:lumOff val="25000"/>
            </a:schemeClr>
          </a:solidFill>
        </p:spPr>
        <p:txBody>
          <a:bodyPr lIns="0" tIns="0" rIns="612000" anchor="ctr"/>
          <a:lstStyle>
            <a:lvl1pPr marL="0" indent="0" algn="r">
              <a:lnSpc>
                <a:spcPct val="100000"/>
              </a:lnSpc>
              <a:buNone/>
              <a:defRPr sz="1200" i="1">
                <a:solidFill>
                  <a:schemeClr val="bg1">
                    <a:lumMod val="75000"/>
                  </a:schemeClr>
                </a:solidFill>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AD90A062-54B3-47F2-9D6A-5BC9575208D2}"/>
              </a:ext>
            </a:extLst>
          </p:cNvPr>
          <p:cNvSpPr>
            <a:spLocks noGrp="1"/>
          </p:cNvSpPr>
          <p:nvPr>
            <p:ph type="ctrTitle" hasCustomPrompt="1"/>
          </p:nvPr>
        </p:nvSpPr>
        <p:spPr>
          <a:xfrm>
            <a:off x="0" y="0"/>
            <a:ext cx="9672000" cy="6857999"/>
          </a:xfrm>
          <a:solidFill>
            <a:schemeClr val="tx2">
              <a:alpha val="70000"/>
            </a:schemeClr>
          </a:solidFill>
        </p:spPr>
        <p:txBody>
          <a:bodyPr lIns="1116000" rIns="180000" bIns="756000" anchor="ctr"/>
          <a:lstStyle>
            <a:lvl1pPr algn="l">
              <a:lnSpc>
                <a:spcPct val="65000"/>
              </a:lnSpc>
              <a:defRPr sz="8800" cap="all" baseline="0">
                <a:solidFill>
                  <a:schemeClr val="bg1"/>
                </a:solidFill>
              </a:defRPr>
            </a:lvl1pPr>
          </a:lstStyle>
          <a:p>
            <a:r>
              <a:rPr lang="en-US" dirty="0"/>
              <a:t>Thank </a:t>
            </a:r>
            <a:br>
              <a:rPr lang="en-US" dirty="0"/>
            </a:br>
            <a:r>
              <a:rPr lang="en-US" dirty="0"/>
              <a:t>you</a:t>
            </a:r>
          </a:p>
        </p:txBody>
      </p:sp>
      <p:sp>
        <p:nvSpPr>
          <p:cNvPr id="6" name="Text Placeholder 5">
            <a:extLst>
              <a:ext uri="{FF2B5EF4-FFF2-40B4-BE49-F238E27FC236}">
                <a16:creationId xmlns:a16="http://schemas.microsoft.com/office/drawing/2014/main" id="{D49FD1A9-E34B-4888-90DE-493861AD75C6}"/>
              </a:ext>
            </a:extLst>
          </p:cNvPr>
          <p:cNvSpPr>
            <a:spLocks noGrp="1"/>
          </p:cNvSpPr>
          <p:nvPr>
            <p:ph type="body" sz="quarter" idx="13" hasCustomPrompt="1"/>
          </p:nvPr>
        </p:nvSpPr>
        <p:spPr>
          <a:xfrm>
            <a:off x="1917700" y="4508500"/>
            <a:ext cx="3314700" cy="330200"/>
          </a:xfrm>
        </p:spPr>
        <p:txBody>
          <a:bodyPr anchor="t"/>
          <a:lstStyle>
            <a:lvl1pPr marL="0" indent="0">
              <a:buNone/>
              <a:defRPr sz="2000">
                <a:solidFill>
                  <a:schemeClr val="accent1"/>
                </a:solidFill>
                <a:latin typeface="+mj-lt"/>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Full Name</a:t>
            </a:r>
          </a:p>
        </p:txBody>
      </p:sp>
      <p:sp>
        <p:nvSpPr>
          <p:cNvPr id="9" name="Text Placeholder 5">
            <a:extLst>
              <a:ext uri="{FF2B5EF4-FFF2-40B4-BE49-F238E27FC236}">
                <a16:creationId xmlns:a16="http://schemas.microsoft.com/office/drawing/2014/main" id="{3452AC72-D893-4C1A-83BD-9930164D8935}"/>
              </a:ext>
            </a:extLst>
          </p:cNvPr>
          <p:cNvSpPr>
            <a:spLocks noGrp="1"/>
          </p:cNvSpPr>
          <p:nvPr>
            <p:ph type="body" sz="quarter" idx="14" hasCustomPrompt="1"/>
          </p:nvPr>
        </p:nvSpPr>
        <p:spPr>
          <a:xfrm>
            <a:off x="1917700" y="5180023"/>
            <a:ext cx="3314700" cy="205029"/>
          </a:xfrm>
          <a:ln>
            <a:noFill/>
          </a:ln>
        </p:spPr>
        <p:txBody>
          <a:bodyPr anchor="t"/>
          <a:lstStyle>
            <a:lvl1pPr marL="0" indent="0">
              <a:buNone/>
              <a:defRPr sz="1600">
                <a:solidFill>
                  <a:schemeClr val="bg1"/>
                </a:solidFill>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Email</a:t>
            </a:r>
          </a:p>
        </p:txBody>
      </p:sp>
      <p:sp>
        <p:nvSpPr>
          <p:cNvPr id="10" name="Text Placeholder 5">
            <a:extLst>
              <a:ext uri="{FF2B5EF4-FFF2-40B4-BE49-F238E27FC236}">
                <a16:creationId xmlns:a16="http://schemas.microsoft.com/office/drawing/2014/main" id="{D2EEC149-F1BE-4C36-A789-5BF73B40A212}"/>
              </a:ext>
            </a:extLst>
          </p:cNvPr>
          <p:cNvSpPr>
            <a:spLocks noGrp="1"/>
          </p:cNvSpPr>
          <p:nvPr>
            <p:ph type="body" sz="quarter" idx="15" hasCustomPrompt="1"/>
          </p:nvPr>
        </p:nvSpPr>
        <p:spPr>
          <a:xfrm>
            <a:off x="1917700" y="5683561"/>
            <a:ext cx="3314700" cy="205029"/>
          </a:xfrm>
          <a:ln>
            <a:noFill/>
          </a:ln>
        </p:spPr>
        <p:txBody>
          <a:bodyPr anchor="t"/>
          <a:lstStyle>
            <a:lvl1pPr marL="0" indent="0">
              <a:buNone/>
              <a:defRPr sz="1600">
                <a:solidFill>
                  <a:schemeClr val="bg1"/>
                </a:solidFill>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Phone</a:t>
            </a:r>
          </a:p>
        </p:txBody>
      </p:sp>
      <p:sp>
        <p:nvSpPr>
          <p:cNvPr id="11" name="Text Placeholder 5">
            <a:extLst>
              <a:ext uri="{FF2B5EF4-FFF2-40B4-BE49-F238E27FC236}">
                <a16:creationId xmlns:a16="http://schemas.microsoft.com/office/drawing/2014/main" id="{ECC256E6-6AE8-4950-838C-BE638FB47968}"/>
              </a:ext>
            </a:extLst>
          </p:cNvPr>
          <p:cNvSpPr>
            <a:spLocks noGrp="1"/>
          </p:cNvSpPr>
          <p:nvPr>
            <p:ph type="body" sz="quarter" idx="16" hasCustomPrompt="1"/>
          </p:nvPr>
        </p:nvSpPr>
        <p:spPr>
          <a:xfrm>
            <a:off x="1917700" y="4821910"/>
            <a:ext cx="3314700" cy="205029"/>
          </a:xfrm>
        </p:spPr>
        <p:txBody>
          <a:bodyPr anchor="t"/>
          <a:lstStyle>
            <a:lvl1pPr marL="0" indent="0">
              <a:buNone/>
              <a:defRPr sz="1000" i="0">
                <a:solidFill>
                  <a:schemeClr val="bg1"/>
                </a:solidFill>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POSITION</a:t>
            </a:r>
          </a:p>
        </p:txBody>
      </p:sp>
    </p:spTree>
    <p:extLst>
      <p:ext uri="{BB962C8B-B14F-4D97-AF65-F5344CB8AC3E}">
        <p14:creationId xmlns:p14="http://schemas.microsoft.com/office/powerpoint/2010/main" val="3185791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A5246D-ECE9-473C-953D-D56C3F7B32F8}"/>
              </a:ext>
            </a:extLst>
          </p:cNvPr>
          <p:cNvSpPr>
            <a:spLocks noGrp="1"/>
          </p:cNvSpPr>
          <p:nvPr>
            <p:ph type="title"/>
          </p:nvPr>
        </p:nvSpPr>
        <p:spPr>
          <a:xfrm>
            <a:off x="684000" y="808186"/>
            <a:ext cx="7560000" cy="370166"/>
          </a:xfrm>
          <a:prstGeom prst="rect">
            <a:avLst/>
          </a:prstGeom>
        </p:spPr>
        <p:txBody>
          <a:bodyPr vert="horz" lIns="0" tIns="0" rIns="0" bIns="0" rtlCol="0" anchor="t">
            <a:no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65D946F0-677D-45B4-83B9-FD3BD3FFCA3C}"/>
              </a:ext>
            </a:extLst>
          </p:cNvPr>
          <p:cNvSpPr>
            <a:spLocks noGrp="1"/>
          </p:cNvSpPr>
          <p:nvPr>
            <p:ph type="body" idx="1"/>
          </p:nvPr>
        </p:nvSpPr>
        <p:spPr>
          <a:xfrm>
            <a:off x="684000" y="1825625"/>
            <a:ext cx="10800000" cy="43200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Footer Placeholder 4">
            <a:extLst>
              <a:ext uri="{FF2B5EF4-FFF2-40B4-BE49-F238E27FC236}">
                <a16:creationId xmlns:a16="http://schemas.microsoft.com/office/drawing/2014/main" id="{1445BE21-FA72-48F5-9A53-134902BF63DC}"/>
              </a:ext>
            </a:extLst>
          </p:cNvPr>
          <p:cNvSpPr>
            <a:spLocks noGrp="1"/>
          </p:cNvSpPr>
          <p:nvPr>
            <p:ph type="ftr" sz="quarter" idx="3"/>
          </p:nvPr>
        </p:nvSpPr>
        <p:spPr>
          <a:xfrm>
            <a:off x="288000" y="6192000"/>
            <a:ext cx="7560000" cy="360000"/>
          </a:xfrm>
          <a:prstGeom prst="rect">
            <a:avLst/>
          </a:prstGeom>
        </p:spPr>
        <p:txBody>
          <a:bodyPr vert="horz" lIns="0" tIns="0" rIns="0" bIns="0" rtlCol="0" anchor="b"/>
          <a:lstStyle>
            <a:lvl1pPr algn="l">
              <a:defRPr sz="8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70F79B29-5421-49A7-A511-D916B66A8890}"/>
              </a:ext>
            </a:extLst>
          </p:cNvPr>
          <p:cNvSpPr>
            <a:spLocks noGrp="1"/>
          </p:cNvSpPr>
          <p:nvPr>
            <p:ph type="sldNum" sz="quarter" idx="4"/>
          </p:nvPr>
        </p:nvSpPr>
        <p:spPr>
          <a:xfrm>
            <a:off x="11575764" y="6241764"/>
            <a:ext cx="270474" cy="270474"/>
          </a:xfrm>
          <a:prstGeom prst="ellipse">
            <a:avLst/>
          </a:prstGeom>
          <a:solidFill>
            <a:schemeClr val="accent1"/>
          </a:solidFill>
        </p:spPr>
        <p:txBody>
          <a:bodyPr vert="horz" lIns="0" tIns="0" rIns="0" bIns="0" rtlCol="0" anchor="ctr"/>
          <a:lstStyle>
            <a:lvl1pPr algn="ctr">
              <a:defRPr sz="1000">
                <a:solidFill>
                  <a:schemeClr val="tx2"/>
                </a:solidFill>
              </a:defRPr>
            </a:lvl1pPr>
          </a:lstStyle>
          <a:p>
            <a:fld id="{EECC7194-A4D0-457B-9D3E-53681723AFF7}" type="slidenum">
              <a:rPr lang="en-US" noProof="0" smtClean="0"/>
              <a:pPr/>
              <a:t>‹#›</a:t>
            </a:fld>
            <a:endParaRPr lang="en-US" noProof="0" dirty="0"/>
          </a:p>
        </p:txBody>
      </p:sp>
    </p:spTree>
    <p:extLst>
      <p:ext uri="{BB962C8B-B14F-4D97-AF65-F5344CB8AC3E}">
        <p14:creationId xmlns:p14="http://schemas.microsoft.com/office/powerpoint/2010/main" val="3278925284"/>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50" r:id="rId12"/>
    <p:sldLayoutId id="2147483669" r:id="rId13"/>
  </p:sldLayoutIdLst>
  <p:hf hdr="0" ftr="0" dt="0"/>
  <p:txStyles>
    <p:titleStyle>
      <a:lvl1pPr algn="l" defTabSz="914400" rtl="0" eaLnBrk="1" latinLnBrk="0" hangingPunct="1">
        <a:lnSpc>
          <a:spcPct val="90000"/>
        </a:lnSpc>
        <a:spcBef>
          <a:spcPct val="0"/>
        </a:spcBef>
        <a:buNone/>
        <a:defRPr sz="3200" b="1" kern="1200" cap="all" spc="-150" baseline="0">
          <a:solidFill>
            <a:schemeClr val="accent2"/>
          </a:solidFill>
          <a:latin typeface="+mj-lt"/>
          <a:ea typeface="+mj-ea"/>
          <a:cs typeface="+mj-cs"/>
        </a:defRPr>
      </a:lvl1pPr>
    </p:titleStyle>
    <p:body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3.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5.xml"/><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4.jpeg"/><Relationship Id="rId1" Type="http://schemas.openxmlformats.org/officeDocument/2006/relationships/slideLayout" Target="../slideLayouts/slideLayout3.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32.png"/><Relationship Id="rId3" Type="http://schemas.openxmlformats.org/officeDocument/2006/relationships/image" Target="../media/image23.svg"/><Relationship Id="rId7" Type="http://schemas.openxmlformats.org/officeDocument/2006/relationships/image" Target="../media/image26.png"/><Relationship Id="rId12" Type="http://schemas.openxmlformats.org/officeDocument/2006/relationships/image" Target="../media/image31.svg"/><Relationship Id="rId2"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25.sv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4.jpeg"/><Relationship Id="rId9" Type="http://schemas.openxmlformats.org/officeDocument/2006/relationships/image" Target="../media/image28.png"/><Relationship Id="rId14" Type="http://schemas.openxmlformats.org/officeDocument/2006/relationships/image" Target="../media/image33.svg"/></Relationships>
</file>

<file path=ppt/slides/_rels/slide9.xml.rels><?xml version="1.0" encoding="UTF-8" standalone="yes"?>
<Relationships xmlns="http://schemas.openxmlformats.org/package/2006/relationships"><Relationship Id="rId3" Type="http://schemas.openxmlformats.org/officeDocument/2006/relationships/image" Target="../media/image35.svg"/><Relationship Id="rId7" Type="http://schemas.openxmlformats.org/officeDocument/2006/relationships/image" Target="../media/image17.svg"/><Relationship Id="rId2" Type="http://schemas.openxmlformats.org/officeDocument/2006/relationships/image" Target="../media/image34.png"/><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37.svg"/><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13.xml"/><Relationship Id="rId4" Type="http://schemas.openxmlformats.org/officeDocument/2006/relationships/image" Target="../media/image4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alpha val="80000"/>
          </a:schemeClr>
        </a:solidFill>
        <a:effectLst/>
      </p:bgPr>
    </p:bg>
    <p:spTree>
      <p:nvGrpSpPr>
        <p:cNvPr id="1" name=""/>
        <p:cNvGrpSpPr/>
        <p:nvPr/>
      </p:nvGrpSpPr>
      <p:grpSpPr>
        <a:xfrm>
          <a:off x="0" y="0"/>
          <a:ext cx="0" cy="0"/>
          <a:chOff x="0" y="0"/>
          <a:chExt cx="0" cy="0"/>
        </a:xfrm>
      </p:grpSpPr>
      <p:pic>
        <p:nvPicPr>
          <p:cNvPr id="14" name="Picture Placeholder 13" descr="Doctor pointing on a large display">
            <a:extLst>
              <a:ext uri="{FF2B5EF4-FFF2-40B4-BE49-F238E27FC236}">
                <a16:creationId xmlns:a16="http://schemas.microsoft.com/office/drawing/2014/main" id="{8F02F647-7DBC-4618-AFF3-8CED69C5CDEF}"/>
              </a:ext>
            </a:extLst>
          </p:cNvPr>
          <p:cNvPicPr>
            <a:picLocks noGrp="1" noRot="1" noChangeAspect="1" noMove="1" noResize="1" noEditPoints="1" noAdjustHandles="1" noChangeArrowheads="1" noChangeShapeType="1" noCrop="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a:xfrm>
            <a:off x="0" y="0"/>
            <a:ext cx="12192000" cy="6858000"/>
          </a:xfrm>
        </p:spPr>
      </p:pic>
      <p:sp>
        <p:nvSpPr>
          <p:cNvPr id="3" name="Title 2">
            <a:extLst>
              <a:ext uri="{FF2B5EF4-FFF2-40B4-BE49-F238E27FC236}">
                <a16:creationId xmlns:a16="http://schemas.microsoft.com/office/drawing/2014/main" id="{B8D8E648-93B0-47FF-A306-492EFF7FC499}"/>
              </a:ext>
            </a:extLst>
          </p:cNvPr>
          <p:cNvSpPr>
            <a:spLocks noGrp="1" noRot="1" noMove="1" noResize="1" noEditPoints="1" noAdjustHandles="1" noChangeArrowheads="1" noChangeShapeType="1"/>
          </p:cNvSpPr>
          <p:nvPr>
            <p:ph type="ctrTitle"/>
          </p:nvPr>
        </p:nvSpPr>
        <p:spPr/>
        <p:txBody>
          <a:bodyPr/>
          <a:lstStyle/>
          <a:p>
            <a:pPr>
              <a:lnSpc>
                <a:spcPct val="110000"/>
              </a:lnSpc>
            </a:pPr>
            <a:r>
              <a:rPr lang="en-US" dirty="0"/>
              <a:t>Healthcare Dataset analysis</a:t>
            </a:r>
          </a:p>
        </p:txBody>
      </p:sp>
      <p:sp>
        <p:nvSpPr>
          <p:cNvPr id="4" name="Subtitle 3">
            <a:extLst>
              <a:ext uri="{FF2B5EF4-FFF2-40B4-BE49-F238E27FC236}">
                <a16:creationId xmlns:a16="http://schemas.microsoft.com/office/drawing/2014/main" id="{64857D70-F12B-4E1B-99F8-92DAD4349846}"/>
              </a:ext>
            </a:extLst>
          </p:cNvPr>
          <p:cNvSpPr>
            <a:spLocks noGrp="1"/>
          </p:cNvSpPr>
          <p:nvPr>
            <p:ph type="subTitle" idx="1"/>
          </p:nvPr>
        </p:nvSpPr>
        <p:spPr>
          <a:xfrm>
            <a:off x="3599999" y="4276447"/>
            <a:ext cx="3492000" cy="620016"/>
          </a:xfrm>
          <a:gradFill>
            <a:gsLst>
              <a:gs pos="8000">
                <a:schemeClr val="tx2"/>
              </a:gs>
              <a:gs pos="100000">
                <a:schemeClr val="accent2"/>
              </a:gs>
            </a:gsLst>
            <a:lin ang="14400000" scaled="0"/>
          </a:gradFill>
        </p:spPr>
        <p:txBody>
          <a:bodyPr/>
          <a:lstStyle/>
          <a:p>
            <a:r>
              <a:rPr lang="en-US" dirty="0"/>
              <a:t>Welcome to my Presentation</a:t>
            </a:r>
          </a:p>
        </p:txBody>
      </p:sp>
      <p:sp>
        <p:nvSpPr>
          <p:cNvPr id="5" name="object 7" descr="Beige rectangle">
            <a:extLst>
              <a:ext uri="{FF2B5EF4-FFF2-40B4-BE49-F238E27FC236}">
                <a16:creationId xmlns:a16="http://schemas.microsoft.com/office/drawing/2014/main" id="{C85C272F-FCB2-478D-9E03-EC734D1AB6C0}"/>
              </a:ext>
            </a:extLst>
          </p:cNvPr>
          <p:cNvSpPr/>
          <p:nvPr/>
        </p:nvSpPr>
        <p:spPr bwMode="white">
          <a:xfrm>
            <a:off x="3687084" y="3441536"/>
            <a:ext cx="4104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15" name="Rectangle 14">
            <a:extLst>
              <a:ext uri="{FF2B5EF4-FFF2-40B4-BE49-F238E27FC236}">
                <a16:creationId xmlns:a16="http://schemas.microsoft.com/office/drawing/2014/main" id="{DA136CB0-4ED9-43FA-81D5-6D3225795A7D}"/>
              </a:ext>
              <a:ext uri="{C183D7F6-B498-43B3-948B-1728B52AA6E4}">
                <adec:decorative xmlns:adec="http://schemas.microsoft.com/office/drawing/2017/decorative" val="1"/>
              </a:ext>
            </a:extLst>
          </p:cNvPr>
          <p:cNvSpPr/>
          <p:nvPr/>
        </p:nvSpPr>
        <p:spPr>
          <a:xfrm>
            <a:off x="3903024" y="4896463"/>
            <a:ext cx="2885950"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50593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pic>
        <p:nvPicPr>
          <p:cNvPr id="28" name="Picture Placeholder 27" descr="Woman walking through a door">
            <a:extLst>
              <a:ext uri="{FF2B5EF4-FFF2-40B4-BE49-F238E27FC236}">
                <a16:creationId xmlns:a16="http://schemas.microsoft.com/office/drawing/2014/main" id="{86D7D4AC-BE7B-45B9-AF4A-E2AF1B6C796D}"/>
              </a:ext>
            </a:extLst>
          </p:cNvPr>
          <p:cNvPicPr>
            <a:picLocks noGrp="1" noRot="1" noChangeAspect="1" noMove="1" noResize="1" noEditPoints="1" noAdjustHandles="1" noChangeArrowheads="1" noChangeShapeType="1" noCrop="1"/>
          </p:cNvPicPr>
          <p:nvPr>
            <p:ph type="pic" sz="quarter" idx="12"/>
          </p:nvPr>
        </p:nvPicPr>
        <p:blipFill rotWithShape="1">
          <a:blip r:embed="rId3" cstate="screen">
            <a:extLst>
              <a:ext uri="{28A0092B-C50C-407E-A947-70E740481C1C}">
                <a14:useLocalDpi xmlns:a14="http://schemas.microsoft.com/office/drawing/2010/main"/>
              </a:ext>
            </a:extLst>
          </a:blip>
          <a:srcRect/>
          <a:stretch/>
        </p:blipFill>
        <p:spPr>
          <a:xfrm>
            <a:off x="0" y="0"/>
            <a:ext cx="12012000" cy="6858000"/>
          </a:xfrm>
        </p:spPr>
      </p:pic>
      <p:sp>
        <p:nvSpPr>
          <p:cNvPr id="15" name="Rectangle 14">
            <a:extLst>
              <a:ext uri="{FF2B5EF4-FFF2-40B4-BE49-F238E27FC236}">
                <a16:creationId xmlns:a16="http://schemas.microsoft.com/office/drawing/2014/main" id="{DD509E5E-F68C-4F2B-8EC7-4325958603E7}"/>
              </a:ext>
              <a:ext uri="{C183D7F6-B498-43B3-948B-1728B52AA6E4}">
                <adec:decorative xmlns:adec="http://schemas.microsoft.com/office/drawing/2017/decorative" val="1"/>
              </a:ext>
            </a:extLst>
          </p:cNvPr>
          <p:cNvSpPr>
            <a:spLocks/>
          </p:cNvSpPr>
          <p:nvPr/>
        </p:nvSpPr>
        <p:spPr>
          <a:xfrm>
            <a:off x="180001" y="0"/>
            <a:ext cx="11832000" cy="6858000"/>
          </a:xfrm>
          <a:prstGeom prst="rect">
            <a:avLst/>
          </a:prstGeom>
          <a:solidFill>
            <a:schemeClr val="tx2">
              <a:alpha val="80000"/>
            </a:schemeClr>
          </a:solidFill>
          <a:ln>
            <a:solidFill>
              <a:schemeClr val="accent1"/>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3">
            <a:extLst>
              <a:ext uri="{FF2B5EF4-FFF2-40B4-BE49-F238E27FC236}">
                <a16:creationId xmlns:a16="http://schemas.microsoft.com/office/drawing/2014/main" id="{9AF7E39F-041F-4A45-A1CF-F8C269887D5A}"/>
              </a:ext>
            </a:extLst>
          </p:cNvPr>
          <p:cNvSpPr>
            <a:spLocks noGrp="1"/>
          </p:cNvSpPr>
          <p:nvPr>
            <p:ph type="body" sz="quarter" idx="13"/>
          </p:nvPr>
        </p:nvSpPr>
        <p:spPr>
          <a:xfrm>
            <a:off x="1147343" y="2731934"/>
            <a:ext cx="6903253" cy="3172156"/>
          </a:xfrm>
          <a:gradFill>
            <a:gsLst>
              <a:gs pos="0">
                <a:schemeClr val="tx2"/>
              </a:gs>
              <a:gs pos="100000">
                <a:schemeClr val="accent2"/>
              </a:gs>
            </a:gsLst>
            <a:lin ang="14400000" scaled="0"/>
          </a:gradFill>
          <a:effectLst>
            <a:glow rad="101600">
              <a:schemeClr val="accent5">
                <a:satMod val="175000"/>
                <a:alpha val="40000"/>
              </a:schemeClr>
            </a:glow>
          </a:effectLst>
        </p:spPr>
        <p:txBody>
          <a:bodyPr/>
          <a:lstStyle/>
          <a:p>
            <a:r>
              <a:rPr lang="en-US" sz="2000" dirty="0"/>
              <a:t>Our mission is to become the recognized as Data Analyst leader in its target market for providing healthcare and service tailored to each patient’s individual needs, safe the data’s for future and expectations in all over India.</a:t>
            </a:r>
          </a:p>
        </p:txBody>
      </p:sp>
      <p:sp>
        <p:nvSpPr>
          <p:cNvPr id="3" name="Title 2">
            <a:extLst>
              <a:ext uri="{FF2B5EF4-FFF2-40B4-BE49-F238E27FC236}">
                <a16:creationId xmlns:a16="http://schemas.microsoft.com/office/drawing/2014/main" id="{E9BE4A06-2673-41EF-AF84-96B0EDEC0F01}"/>
              </a:ext>
            </a:extLst>
          </p:cNvPr>
          <p:cNvSpPr>
            <a:spLocks noGrp="1"/>
          </p:cNvSpPr>
          <p:nvPr>
            <p:ph type="title"/>
          </p:nvPr>
        </p:nvSpPr>
        <p:spPr>
          <a:xfrm>
            <a:off x="2870207" y="3129954"/>
            <a:ext cx="4585966" cy="1008000"/>
          </a:xfrm>
        </p:spPr>
        <p:txBody>
          <a:bodyPr/>
          <a:lstStyle/>
          <a:p>
            <a:r>
              <a:rPr lang="en-US" dirty="0"/>
              <a:t>OUR BIG </a:t>
            </a:r>
            <a:br>
              <a:rPr lang="en-US" dirty="0"/>
            </a:br>
            <a:r>
              <a:rPr lang="en-US" dirty="0"/>
              <a:t>IDEA</a:t>
            </a:r>
          </a:p>
        </p:txBody>
      </p:sp>
      <p:sp>
        <p:nvSpPr>
          <p:cNvPr id="9" name="object 7" descr="Beige rectangle">
            <a:extLst>
              <a:ext uri="{FF2B5EF4-FFF2-40B4-BE49-F238E27FC236}">
                <a16:creationId xmlns:a16="http://schemas.microsoft.com/office/drawing/2014/main" id="{400AB11A-4D5E-4CDE-BB60-C8578F59C3E0}"/>
              </a:ext>
            </a:extLst>
          </p:cNvPr>
          <p:cNvSpPr/>
          <p:nvPr/>
        </p:nvSpPr>
        <p:spPr bwMode="white">
          <a:xfrm>
            <a:off x="1793360" y="4332687"/>
            <a:ext cx="4104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grpSp>
        <p:nvGrpSpPr>
          <p:cNvPr id="36" name="Group 35" descr="Icon Lightbulb">
            <a:extLst>
              <a:ext uri="{FF2B5EF4-FFF2-40B4-BE49-F238E27FC236}">
                <a16:creationId xmlns:a16="http://schemas.microsoft.com/office/drawing/2014/main" id="{840CA54E-FBB9-4848-A45D-E086AA4A5012}"/>
              </a:ext>
            </a:extLst>
          </p:cNvPr>
          <p:cNvGrpSpPr>
            <a:grpSpLocks noChangeAspect="1"/>
          </p:cNvGrpSpPr>
          <p:nvPr/>
        </p:nvGrpSpPr>
        <p:grpSpPr>
          <a:xfrm>
            <a:off x="1985345" y="3363146"/>
            <a:ext cx="362015" cy="584795"/>
            <a:chOff x="1684741" y="3186732"/>
            <a:chExt cx="530027" cy="856197"/>
          </a:xfrm>
        </p:grpSpPr>
        <p:sp>
          <p:nvSpPr>
            <p:cNvPr id="32" name="Freeform: Shape 31">
              <a:extLst>
                <a:ext uri="{FF2B5EF4-FFF2-40B4-BE49-F238E27FC236}">
                  <a16:creationId xmlns:a16="http://schemas.microsoft.com/office/drawing/2014/main" id="{B8ABB65B-B8A5-4C0E-BE4C-E88A7BB3E8A2}"/>
                </a:ext>
              </a:extLst>
            </p:cNvPr>
            <p:cNvSpPr/>
            <p:nvPr/>
          </p:nvSpPr>
          <p:spPr>
            <a:xfrm>
              <a:off x="1817248" y="3777916"/>
              <a:ext cx="265013" cy="61157"/>
            </a:xfrm>
            <a:custGeom>
              <a:avLst/>
              <a:gdLst>
                <a:gd name="connsiteX0" fmla="*/ 30578 w 265013"/>
                <a:gd name="connsiteY0" fmla="*/ 0 h 61156"/>
                <a:gd name="connsiteX1" fmla="*/ 234435 w 265013"/>
                <a:gd name="connsiteY1" fmla="*/ 0 h 61156"/>
                <a:gd name="connsiteX2" fmla="*/ 265013 w 265013"/>
                <a:gd name="connsiteY2" fmla="*/ 30578 h 61156"/>
                <a:gd name="connsiteX3" fmla="*/ 234435 w 265013"/>
                <a:gd name="connsiteY3" fmla="*/ 61157 h 61156"/>
                <a:gd name="connsiteX4" fmla="*/ 30578 w 265013"/>
                <a:gd name="connsiteY4" fmla="*/ 61157 h 61156"/>
                <a:gd name="connsiteX5" fmla="*/ 0 w 265013"/>
                <a:gd name="connsiteY5" fmla="*/ 30578 h 61156"/>
                <a:gd name="connsiteX6" fmla="*/ 30578 w 265013"/>
                <a:gd name="connsiteY6" fmla="*/ 0 h 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013" h="61156">
                  <a:moveTo>
                    <a:pt x="30578" y="0"/>
                  </a:moveTo>
                  <a:lnTo>
                    <a:pt x="234435" y="0"/>
                  </a:lnTo>
                  <a:cubicBezTo>
                    <a:pt x="251763" y="0"/>
                    <a:pt x="265013" y="13251"/>
                    <a:pt x="265013" y="30578"/>
                  </a:cubicBezTo>
                  <a:cubicBezTo>
                    <a:pt x="265013" y="47906"/>
                    <a:pt x="251763" y="61157"/>
                    <a:pt x="234435" y="61157"/>
                  </a:cubicBezTo>
                  <a:lnTo>
                    <a:pt x="30578" y="61157"/>
                  </a:lnTo>
                  <a:cubicBezTo>
                    <a:pt x="13251" y="61157"/>
                    <a:pt x="0" y="47906"/>
                    <a:pt x="0" y="30578"/>
                  </a:cubicBezTo>
                  <a:cubicBezTo>
                    <a:pt x="0" y="13251"/>
                    <a:pt x="13251" y="0"/>
                    <a:pt x="30578" y="0"/>
                  </a:cubicBezTo>
                  <a:close/>
                </a:path>
              </a:pathLst>
            </a:custGeom>
            <a:solidFill>
              <a:schemeClr val="accent1"/>
            </a:solidFill>
            <a:ln w="1012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D71DD07A-CE80-41D5-AEEB-65192AD34639}"/>
                </a:ext>
              </a:extLst>
            </p:cNvPr>
            <p:cNvSpPr/>
            <p:nvPr/>
          </p:nvSpPr>
          <p:spPr>
            <a:xfrm>
              <a:off x="1817248" y="3879844"/>
              <a:ext cx="265013" cy="61157"/>
            </a:xfrm>
            <a:custGeom>
              <a:avLst/>
              <a:gdLst>
                <a:gd name="connsiteX0" fmla="*/ 30578 w 265013"/>
                <a:gd name="connsiteY0" fmla="*/ 0 h 61156"/>
                <a:gd name="connsiteX1" fmla="*/ 234435 w 265013"/>
                <a:gd name="connsiteY1" fmla="*/ 0 h 61156"/>
                <a:gd name="connsiteX2" fmla="*/ 265013 w 265013"/>
                <a:gd name="connsiteY2" fmla="*/ 30578 h 61156"/>
                <a:gd name="connsiteX3" fmla="*/ 234435 w 265013"/>
                <a:gd name="connsiteY3" fmla="*/ 61157 h 61156"/>
                <a:gd name="connsiteX4" fmla="*/ 30578 w 265013"/>
                <a:gd name="connsiteY4" fmla="*/ 61157 h 61156"/>
                <a:gd name="connsiteX5" fmla="*/ 0 w 265013"/>
                <a:gd name="connsiteY5" fmla="*/ 30578 h 61156"/>
                <a:gd name="connsiteX6" fmla="*/ 30578 w 265013"/>
                <a:gd name="connsiteY6" fmla="*/ 0 h 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013" h="61156">
                  <a:moveTo>
                    <a:pt x="30578" y="0"/>
                  </a:moveTo>
                  <a:lnTo>
                    <a:pt x="234435" y="0"/>
                  </a:lnTo>
                  <a:cubicBezTo>
                    <a:pt x="251763" y="0"/>
                    <a:pt x="265013" y="13251"/>
                    <a:pt x="265013" y="30578"/>
                  </a:cubicBezTo>
                  <a:cubicBezTo>
                    <a:pt x="265013" y="47906"/>
                    <a:pt x="251763" y="61157"/>
                    <a:pt x="234435" y="61157"/>
                  </a:cubicBezTo>
                  <a:lnTo>
                    <a:pt x="30578" y="61157"/>
                  </a:lnTo>
                  <a:cubicBezTo>
                    <a:pt x="13251" y="61157"/>
                    <a:pt x="0" y="47906"/>
                    <a:pt x="0" y="30578"/>
                  </a:cubicBezTo>
                  <a:cubicBezTo>
                    <a:pt x="0" y="13251"/>
                    <a:pt x="13251" y="0"/>
                    <a:pt x="30578" y="0"/>
                  </a:cubicBezTo>
                  <a:close/>
                </a:path>
              </a:pathLst>
            </a:custGeom>
            <a:solidFill>
              <a:schemeClr val="accent1"/>
            </a:solidFill>
            <a:ln w="10120"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0522D638-DE3D-438D-8C73-954C32D8CB63}"/>
                </a:ext>
              </a:extLst>
            </p:cNvPr>
            <p:cNvSpPr/>
            <p:nvPr/>
          </p:nvSpPr>
          <p:spPr>
            <a:xfrm>
              <a:off x="1883501" y="3981772"/>
              <a:ext cx="132507" cy="61157"/>
            </a:xfrm>
            <a:custGeom>
              <a:avLst/>
              <a:gdLst>
                <a:gd name="connsiteX0" fmla="*/ 0 w 132506"/>
                <a:gd name="connsiteY0" fmla="*/ 0 h 61156"/>
                <a:gd name="connsiteX1" fmla="*/ 66253 w 132506"/>
                <a:gd name="connsiteY1" fmla="*/ 61157 h 61156"/>
                <a:gd name="connsiteX2" fmla="*/ 132507 w 132506"/>
                <a:gd name="connsiteY2" fmla="*/ 0 h 61156"/>
                <a:gd name="connsiteX3" fmla="*/ 0 w 132506"/>
                <a:gd name="connsiteY3" fmla="*/ 0 h 61156"/>
              </a:gdLst>
              <a:ahLst/>
              <a:cxnLst>
                <a:cxn ang="0">
                  <a:pos x="connsiteX0" y="connsiteY0"/>
                </a:cxn>
                <a:cxn ang="0">
                  <a:pos x="connsiteX1" y="connsiteY1"/>
                </a:cxn>
                <a:cxn ang="0">
                  <a:pos x="connsiteX2" y="connsiteY2"/>
                </a:cxn>
                <a:cxn ang="0">
                  <a:pos x="connsiteX3" y="connsiteY3"/>
                </a:cxn>
              </a:cxnLst>
              <a:rect l="l" t="t" r="r" b="b"/>
              <a:pathLst>
                <a:path w="132506" h="61156">
                  <a:moveTo>
                    <a:pt x="0" y="0"/>
                  </a:moveTo>
                  <a:cubicBezTo>
                    <a:pt x="3058" y="34656"/>
                    <a:pt x="31598" y="61157"/>
                    <a:pt x="66253" y="61157"/>
                  </a:cubicBezTo>
                  <a:cubicBezTo>
                    <a:pt x="100909" y="61157"/>
                    <a:pt x="129449" y="34656"/>
                    <a:pt x="132507" y="0"/>
                  </a:cubicBezTo>
                  <a:lnTo>
                    <a:pt x="0" y="0"/>
                  </a:lnTo>
                  <a:close/>
                </a:path>
              </a:pathLst>
            </a:custGeom>
            <a:solidFill>
              <a:schemeClr val="accent1"/>
            </a:solidFill>
            <a:ln w="10120"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01AB190E-B14D-440E-9910-B22D8C998B54}"/>
                </a:ext>
              </a:extLst>
            </p:cNvPr>
            <p:cNvSpPr/>
            <p:nvPr/>
          </p:nvSpPr>
          <p:spPr>
            <a:xfrm>
              <a:off x="1684741" y="3186732"/>
              <a:ext cx="530027" cy="550412"/>
            </a:xfrm>
            <a:custGeom>
              <a:avLst/>
              <a:gdLst>
                <a:gd name="connsiteX0" fmla="*/ 265013 w 530026"/>
                <a:gd name="connsiteY0" fmla="*/ 0 h 550412"/>
                <a:gd name="connsiteX1" fmla="*/ 265013 w 530026"/>
                <a:gd name="connsiteY1" fmla="*/ 0 h 550412"/>
                <a:gd name="connsiteX2" fmla="*/ 265013 w 530026"/>
                <a:gd name="connsiteY2" fmla="*/ 0 h 550412"/>
                <a:gd name="connsiteX3" fmla="*/ 0 w 530026"/>
                <a:gd name="connsiteY3" fmla="*/ 261956 h 550412"/>
                <a:gd name="connsiteX4" fmla="*/ 0 w 530026"/>
                <a:gd name="connsiteY4" fmla="*/ 271129 h 550412"/>
                <a:gd name="connsiteX5" fmla="*/ 18347 w 530026"/>
                <a:gd name="connsiteY5" fmla="*/ 362864 h 550412"/>
                <a:gd name="connsiteX6" fmla="*/ 64215 w 530026"/>
                <a:gd name="connsiteY6" fmla="*/ 438291 h 550412"/>
                <a:gd name="connsiteX7" fmla="*/ 126391 w 530026"/>
                <a:gd name="connsiteY7" fmla="*/ 539200 h 550412"/>
                <a:gd name="connsiteX8" fmla="*/ 144738 w 530026"/>
                <a:gd name="connsiteY8" fmla="*/ 550412 h 550412"/>
                <a:gd name="connsiteX9" fmla="*/ 385289 w 530026"/>
                <a:gd name="connsiteY9" fmla="*/ 550412 h 550412"/>
                <a:gd name="connsiteX10" fmla="*/ 403636 w 530026"/>
                <a:gd name="connsiteY10" fmla="*/ 539200 h 550412"/>
                <a:gd name="connsiteX11" fmla="*/ 465812 w 530026"/>
                <a:gd name="connsiteY11" fmla="*/ 438291 h 550412"/>
                <a:gd name="connsiteX12" fmla="*/ 511680 w 530026"/>
                <a:gd name="connsiteY12" fmla="*/ 362864 h 550412"/>
                <a:gd name="connsiteX13" fmla="*/ 530027 w 530026"/>
                <a:gd name="connsiteY13" fmla="*/ 271129 h 550412"/>
                <a:gd name="connsiteX14" fmla="*/ 530027 w 530026"/>
                <a:gd name="connsiteY14" fmla="*/ 261956 h 550412"/>
                <a:gd name="connsiteX15" fmla="*/ 265013 w 530026"/>
                <a:gd name="connsiteY15" fmla="*/ 0 h 550412"/>
                <a:gd name="connsiteX16" fmla="*/ 468870 w 530026"/>
                <a:gd name="connsiteY16" fmla="*/ 270110 h 550412"/>
                <a:gd name="connsiteX17" fmla="*/ 454600 w 530026"/>
                <a:gd name="connsiteY17" fmla="*/ 341460 h 550412"/>
                <a:gd name="connsiteX18" fmla="*/ 419944 w 530026"/>
                <a:gd name="connsiteY18" fmla="*/ 397520 h 550412"/>
                <a:gd name="connsiteX19" fmla="*/ 360826 w 530026"/>
                <a:gd name="connsiteY19" fmla="*/ 489256 h 550412"/>
                <a:gd name="connsiteX20" fmla="*/ 265013 w 530026"/>
                <a:gd name="connsiteY20" fmla="*/ 489256 h 550412"/>
                <a:gd name="connsiteX21" fmla="*/ 170220 w 530026"/>
                <a:gd name="connsiteY21" fmla="*/ 489256 h 550412"/>
                <a:gd name="connsiteX22" fmla="*/ 111102 w 530026"/>
                <a:gd name="connsiteY22" fmla="*/ 397520 h 550412"/>
                <a:gd name="connsiteX23" fmla="*/ 76446 w 530026"/>
                <a:gd name="connsiteY23" fmla="*/ 341460 h 550412"/>
                <a:gd name="connsiteX24" fmla="*/ 62176 w 530026"/>
                <a:gd name="connsiteY24" fmla="*/ 270110 h 550412"/>
                <a:gd name="connsiteX25" fmla="*/ 62176 w 530026"/>
                <a:gd name="connsiteY25" fmla="*/ 261956 h 550412"/>
                <a:gd name="connsiteX26" fmla="*/ 266033 w 530026"/>
                <a:gd name="connsiteY26" fmla="*/ 60138 h 550412"/>
                <a:gd name="connsiteX27" fmla="*/ 266033 w 530026"/>
                <a:gd name="connsiteY27" fmla="*/ 60138 h 550412"/>
                <a:gd name="connsiteX28" fmla="*/ 266033 w 530026"/>
                <a:gd name="connsiteY28" fmla="*/ 60138 h 550412"/>
                <a:gd name="connsiteX29" fmla="*/ 266033 w 530026"/>
                <a:gd name="connsiteY29" fmla="*/ 60138 h 550412"/>
                <a:gd name="connsiteX30" fmla="*/ 266033 w 530026"/>
                <a:gd name="connsiteY30" fmla="*/ 60138 h 550412"/>
                <a:gd name="connsiteX31" fmla="*/ 266033 w 530026"/>
                <a:gd name="connsiteY31" fmla="*/ 60138 h 550412"/>
                <a:gd name="connsiteX32" fmla="*/ 266033 w 530026"/>
                <a:gd name="connsiteY32" fmla="*/ 60138 h 550412"/>
                <a:gd name="connsiteX33" fmla="*/ 469889 w 530026"/>
                <a:gd name="connsiteY33" fmla="*/ 261956 h 550412"/>
                <a:gd name="connsiteX34" fmla="*/ 469889 w 530026"/>
                <a:gd name="connsiteY34" fmla="*/ 270110 h 55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0026" h="550412">
                  <a:moveTo>
                    <a:pt x="265013" y="0"/>
                  </a:moveTo>
                  <a:cubicBezTo>
                    <a:pt x="265013" y="0"/>
                    <a:pt x="265013" y="0"/>
                    <a:pt x="265013" y="0"/>
                  </a:cubicBezTo>
                  <a:cubicBezTo>
                    <a:pt x="265013" y="0"/>
                    <a:pt x="265013" y="0"/>
                    <a:pt x="265013" y="0"/>
                  </a:cubicBezTo>
                  <a:cubicBezTo>
                    <a:pt x="120275" y="1019"/>
                    <a:pt x="3058" y="117217"/>
                    <a:pt x="0" y="261956"/>
                  </a:cubicBezTo>
                  <a:lnTo>
                    <a:pt x="0" y="271129"/>
                  </a:lnTo>
                  <a:cubicBezTo>
                    <a:pt x="1019" y="302727"/>
                    <a:pt x="7135" y="333305"/>
                    <a:pt x="18347" y="362864"/>
                  </a:cubicBezTo>
                  <a:cubicBezTo>
                    <a:pt x="29559" y="390385"/>
                    <a:pt x="44848" y="415867"/>
                    <a:pt x="64215" y="438291"/>
                  </a:cubicBezTo>
                  <a:cubicBezTo>
                    <a:pt x="88678" y="464793"/>
                    <a:pt x="115179" y="516776"/>
                    <a:pt x="126391" y="539200"/>
                  </a:cubicBezTo>
                  <a:cubicBezTo>
                    <a:pt x="129449" y="546335"/>
                    <a:pt x="136584" y="550412"/>
                    <a:pt x="144738" y="550412"/>
                  </a:cubicBezTo>
                  <a:lnTo>
                    <a:pt x="385289" y="550412"/>
                  </a:lnTo>
                  <a:cubicBezTo>
                    <a:pt x="393443" y="550412"/>
                    <a:pt x="400578" y="546335"/>
                    <a:pt x="403636" y="539200"/>
                  </a:cubicBezTo>
                  <a:cubicBezTo>
                    <a:pt x="414848" y="516776"/>
                    <a:pt x="441349" y="464793"/>
                    <a:pt x="465812" y="438291"/>
                  </a:cubicBezTo>
                  <a:cubicBezTo>
                    <a:pt x="485178" y="415867"/>
                    <a:pt x="501487" y="390385"/>
                    <a:pt x="511680" y="362864"/>
                  </a:cubicBezTo>
                  <a:cubicBezTo>
                    <a:pt x="522892" y="333305"/>
                    <a:pt x="529008" y="302727"/>
                    <a:pt x="530027" y="271129"/>
                  </a:cubicBezTo>
                  <a:lnTo>
                    <a:pt x="530027" y="261956"/>
                  </a:lnTo>
                  <a:cubicBezTo>
                    <a:pt x="526969" y="117217"/>
                    <a:pt x="409752" y="1019"/>
                    <a:pt x="265013" y="0"/>
                  </a:cubicBezTo>
                  <a:close/>
                  <a:moveTo>
                    <a:pt x="468870" y="270110"/>
                  </a:moveTo>
                  <a:cubicBezTo>
                    <a:pt x="467851" y="294573"/>
                    <a:pt x="462754" y="319035"/>
                    <a:pt x="454600" y="341460"/>
                  </a:cubicBezTo>
                  <a:cubicBezTo>
                    <a:pt x="446446" y="361845"/>
                    <a:pt x="435234" y="381212"/>
                    <a:pt x="419944" y="397520"/>
                  </a:cubicBezTo>
                  <a:cubicBezTo>
                    <a:pt x="396501" y="426060"/>
                    <a:pt x="376115" y="456638"/>
                    <a:pt x="360826" y="489256"/>
                  </a:cubicBezTo>
                  <a:lnTo>
                    <a:pt x="265013" y="489256"/>
                  </a:lnTo>
                  <a:lnTo>
                    <a:pt x="170220" y="489256"/>
                  </a:lnTo>
                  <a:cubicBezTo>
                    <a:pt x="153912" y="456638"/>
                    <a:pt x="133526" y="426060"/>
                    <a:pt x="111102" y="397520"/>
                  </a:cubicBezTo>
                  <a:cubicBezTo>
                    <a:pt x="96832" y="381212"/>
                    <a:pt x="84600" y="361845"/>
                    <a:pt x="76446" y="341460"/>
                  </a:cubicBezTo>
                  <a:cubicBezTo>
                    <a:pt x="67273" y="319035"/>
                    <a:pt x="63196" y="294573"/>
                    <a:pt x="62176" y="270110"/>
                  </a:cubicBezTo>
                  <a:lnTo>
                    <a:pt x="62176" y="261956"/>
                  </a:lnTo>
                  <a:cubicBezTo>
                    <a:pt x="64215" y="150854"/>
                    <a:pt x="154931" y="61157"/>
                    <a:pt x="266033" y="60138"/>
                  </a:cubicBezTo>
                  <a:lnTo>
                    <a:pt x="266033" y="60138"/>
                  </a:lnTo>
                  <a:lnTo>
                    <a:pt x="266033" y="60138"/>
                  </a:lnTo>
                  <a:cubicBezTo>
                    <a:pt x="266033" y="60138"/>
                    <a:pt x="266033" y="60138"/>
                    <a:pt x="266033" y="60138"/>
                  </a:cubicBezTo>
                  <a:cubicBezTo>
                    <a:pt x="266033" y="60138"/>
                    <a:pt x="266033" y="60138"/>
                    <a:pt x="266033" y="60138"/>
                  </a:cubicBezTo>
                  <a:lnTo>
                    <a:pt x="266033" y="60138"/>
                  </a:lnTo>
                  <a:lnTo>
                    <a:pt x="266033" y="60138"/>
                  </a:lnTo>
                  <a:cubicBezTo>
                    <a:pt x="377134" y="61157"/>
                    <a:pt x="467851" y="149835"/>
                    <a:pt x="469889" y="261956"/>
                  </a:cubicBezTo>
                  <a:lnTo>
                    <a:pt x="469889" y="270110"/>
                  </a:lnTo>
                  <a:close/>
                </a:path>
              </a:pathLst>
            </a:custGeom>
            <a:solidFill>
              <a:schemeClr val="accent1"/>
            </a:solidFill>
            <a:ln w="10120" cap="flat">
              <a:noFill/>
              <a:prstDash val="solid"/>
              <a:miter/>
            </a:ln>
          </p:spPr>
          <p:txBody>
            <a:bodyPr rtlCol="0" anchor="ctr"/>
            <a:lstStyle/>
            <a:p>
              <a:endParaRPr lang="en-US" dirty="0"/>
            </a:p>
          </p:txBody>
        </p:sp>
      </p:grpSp>
      <p:sp>
        <p:nvSpPr>
          <p:cNvPr id="48" name="Rectangle 47">
            <a:extLst>
              <a:ext uri="{FF2B5EF4-FFF2-40B4-BE49-F238E27FC236}">
                <a16:creationId xmlns:a16="http://schemas.microsoft.com/office/drawing/2014/main" id="{C3FC51DE-D10A-4DE8-A7E3-22FA2E4FC194}"/>
              </a:ext>
              <a:ext uri="{C183D7F6-B498-43B3-948B-1728B52AA6E4}">
                <adec:decorative xmlns:adec="http://schemas.microsoft.com/office/drawing/2017/decorative" val="1"/>
              </a:ext>
            </a:extLst>
          </p:cNvPr>
          <p:cNvSpPr/>
          <p:nvPr/>
        </p:nvSpPr>
        <p:spPr>
          <a:xfrm>
            <a:off x="1569877" y="5904087"/>
            <a:ext cx="6058183"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Slide Number Placeholder 51">
            <a:extLst>
              <a:ext uri="{FF2B5EF4-FFF2-40B4-BE49-F238E27FC236}">
                <a16:creationId xmlns:a16="http://schemas.microsoft.com/office/drawing/2014/main" id="{947A81F6-261F-44F4-B660-7BD323AE2991}"/>
              </a:ext>
            </a:extLst>
          </p:cNvPr>
          <p:cNvSpPr>
            <a:spLocks noGrp="1"/>
          </p:cNvSpPr>
          <p:nvPr>
            <p:ph type="sldNum" sz="quarter" idx="11"/>
          </p:nvPr>
        </p:nvSpPr>
        <p:spPr/>
        <p:txBody>
          <a:bodyPr/>
          <a:lstStyle/>
          <a:p>
            <a:fld id="{EECC7194-A4D0-457B-9D3E-53681723AFF7}" type="slidenum">
              <a:rPr lang="en-US" smtClean="0"/>
              <a:pPr/>
              <a:t>2</a:t>
            </a:fld>
            <a:endParaRPr lang="en-US" dirty="0"/>
          </a:p>
        </p:txBody>
      </p:sp>
      <p:grpSp>
        <p:nvGrpSpPr>
          <p:cNvPr id="14" name="Group 13">
            <a:extLst>
              <a:ext uri="{FF2B5EF4-FFF2-40B4-BE49-F238E27FC236}">
                <a16:creationId xmlns:a16="http://schemas.microsoft.com/office/drawing/2014/main" id="{8CDC0198-E919-4071-9C4B-5B3D19A46785}"/>
              </a:ext>
              <a:ext uri="{C183D7F6-B498-43B3-948B-1728B52AA6E4}">
                <adec:decorative xmlns:adec="http://schemas.microsoft.com/office/drawing/2017/decorative" val="1"/>
              </a:ext>
            </a:extLst>
          </p:cNvPr>
          <p:cNvGrpSpPr>
            <a:grpSpLocks noChangeAspect="1"/>
          </p:cNvGrpSpPr>
          <p:nvPr/>
        </p:nvGrpSpPr>
        <p:grpSpPr>
          <a:xfrm>
            <a:off x="1713143" y="3198674"/>
            <a:ext cx="906419" cy="906419"/>
            <a:chOff x="5482999" y="1607028"/>
            <a:chExt cx="1200866" cy="1200866"/>
          </a:xfrm>
        </p:grpSpPr>
        <p:sp>
          <p:nvSpPr>
            <p:cNvPr id="16" name="Rectangle 15">
              <a:extLst>
                <a:ext uri="{FF2B5EF4-FFF2-40B4-BE49-F238E27FC236}">
                  <a16:creationId xmlns:a16="http://schemas.microsoft.com/office/drawing/2014/main" id="{667DDF34-4085-4945-A320-585AC8EBAAF2}"/>
                </a:ext>
              </a:extLst>
            </p:cNvPr>
            <p:cNvSpPr/>
            <p:nvPr/>
          </p:nvSpPr>
          <p:spPr>
            <a:xfrm>
              <a:off x="5587207" y="1711236"/>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D521D40-9109-4214-B458-FAB53B1DA80D}"/>
                </a:ext>
              </a:extLst>
            </p:cNvPr>
            <p:cNvSpPr/>
            <p:nvPr/>
          </p:nvSpPr>
          <p:spPr>
            <a:xfrm>
              <a:off x="5482999" y="1607028"/>
              <a:ext cx="1200866" cy="1200866"/>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043203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8" name="Picture Placeholder 47" descr="Doctor pointing at CAT scans">
            <a:extLst>
              <a:ext uri="{FF2B5EF4-FFF2-40B4-BE49-F238E27FC236}">
                <a16:creationId xmlns:a16="http://schemas.microsoft.com/office/drawing/2014/main" id="{51DAB4F3-6A41-481C-8A3E-932EDFC9FEDE}"/>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a:xfrm>
            <a:off x="180000" y="179109"/>
            <a:ext cx="11832000" cy="6513922"/>
          </a:xfrm>
        </p:spPr>
      </p:pic>
      <p:sp>
        <p:nvSpPr>
          <p:cNvPr id="51" name="Rectangle 50">
            <a:extLst>
              <a:ext uri="{FF2B5EF4-FFF2-40B4-BE49-F238E27FC236}">
                <a16:creationId xmlns:a16="http://schemas.microsoft.com/office/drawing/2014/main" id="{3CBC84C2-2B48-4B15-A420-8B5F2BDE2398}"/>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193648" y="179109"/>
            <a:ext cx="11832000" cy="6513922"/>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E34E91A8-F608-453C-810A-BE991818063F}"/>
              </a:ext>
            </a:extLst>
          </p:cNvPr>
          <p:cNvSpPr>
            <a:spLocks noGrp="1"/>
          </p:cNvSpPr>
          <p:nvPr>
            <p:ph type="title"/>
          </p:nvPr>
        </p:nvSpPr>
        <p:spPr>
          <a:xfrm>
            <a:off x="1094975" y="873479"/>
            <a:ext cx="7560000" cy="360000"/>
          </a:xfrm>
        </p:spPr>
        <p:txBody>
          <a:bodyPr/>
          <a:lstStyle/>
          <a:p>
            <a:r>
              <a:rPr lang="en-US" dirty="0"/>
              <a:t>objectives</a:t>
            </a:r>
          </a:p>
        </p:txBody>
      </p:sp>
      <p:sp>
        <p:nvSpPr>
          <p:cNvPr id="20" name="Footer Placeholder 19">
            <a:extLst>
              <a:ext uri="{FF2B5EF4-FFF2-40B4-BE49-F238E27FC236}">
                <a16:creationId xmlns:a16="http://schemas.microsoft.com/office/drawing/2014/main" id="{B898379A-942F-47A5-80B4-B1C6F09FCB41}"/>
              </a:ext>
            </a:extLst>
          </p:cNvPr>
          <p:cNvSpPr>
            <a:spLocks noGrp="1"/>
          </p:cNvSpPr>
          <p:nvPr>
            <p:ph type="ftr" sz="quarter" idx="10"/>
          </p:nvPr>
        </p:nvSpPr>
        <p:spPr/>
        <p:txBody>
          <a:bodyPr/>
          <a:lstStyle/>
          <a:p>
            <a:r>
              <a:rPr lang="en-US" dirty="0"/>
              <a:t>* According to a Survey </a:t>
            </a:r>
          </a:p>
        </p:txBody>
      </p:sp>
      <p:sp>
        <p:nvSpPr>
          <p:cNvPr id="4" name="Slide Number Placeholder 3">
            <a:extLst>
              <a:ext uri="{FF2B5EF4-FFF2-40B4-BE49-F238E27FC236}">
                <a16:creationId xmlns:a16="http://schemas.microsoft.com/office/drawing/2014/main" id="{D2DDB908-45C5-4999-982F-0A82DA013F58}"/>
              </a:ext>
            </a:extLst>
          </p:cNvPr>
          <p:cNvSpPr>
            <a:spLocks noGrp="1"/>
          </p:cNvSpPr>
          <p:nvPr>
            <p:ph type="sldNum" sz="quarter" idx="11"/>
          </p:nvPr>
        </p:nvSpPr>
        <p:spPr/>
        <p:txBody>
          <a:bodyPr/>
          <a:lstStyle/>
          <a:p>
            <a:fld id="{EECC7194-A4D0-457B-9D3E-53681723AFF7}" type="slidenum">
              <a:rPr lang="en-US" smtClean="0"/>
              <a:pPr/>
              <a:t>3</a:t>
            </a:fld>
            <a:endParaRPr lang="en-US" dirty="0"/>
          </a:p>
        </p:txBody>
      </p:sp>
      <p:sp>
        <p:nvSpPr>
          <p:cNvPr id="19" name="object 7" descr="Beige rectangle">
            <a:extLst>
              <a:ext uri="{FF2B5EF4-FFF2-40B4-BE49-F238E27FC236}">
                <a16:creationId xmlns:a16="http://schemas.microsoft.com/office/drawing/2014/main" id="{9B6BE182-7444-49DA-B6FA-215DD68D50CA}"/>
              </a:ext>
            </a:extLst>
          </p:cNvPr>
          <p:cNvSpPr/>
          <p:nvPr/>
        </p:nvSpPr>
        <p:spPr bwMode="white">
          <a:xfrm flipV="1">
            <a:off x="722099" y="1277067"/>
            <a:ext cx="2734317"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sp>
        <p:nvSpPr>
          <p:cNvPr id="90" name="Rectangle 89">
            <a:extLst>
              <a:ext uri="{FF2B5EF4-FFF2-40B4-BE49-F238E27FC236}">
                <a16:creationId xmlns:a16="http://schemas.microsoft.com/office/drawing/2014/main" id="{79784603-2F8F-493A-894B-9ECFC35876FE}"/>
              </a:ext>
              <a:ext uri="{C183D7F6-B498-43B3-948B-1728B52AA6E4}">
                <adec:decorative xmlns:adec="http://schemas.microsoft.com/office/drawing/2017/decorative" val="1"/>
              </a:ext>
            </a:extLst>
          </p:cNvPr>
          <p:cNvSpPr/>
          <p:nvPr/>
        </p:nvSpPr>
        <p:spPr>
          <a:xfrm>
            <a:off x="5281478" y="5747713"/>
            <a:ext cx="1629044"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E2935599-B9F0-4312-864E-F6E3EF1AAC8E}"/>
              </a:ext>
              <a:ext uri="{C183D7F6-B498-43B3-948B-1728B52AA6E4}">
                <adec:decorative xmlns:adec="http://schemas.microsoft.com/office/drawing/2017/decorative" val="1"/>
              </a:ext>
            </a:extLst>
          </p:cNvPr>
          <p:cNvGrpSpPr>
            <a:grpSpLocks noChangeAspect="1"/>
          </p:cNvGrpSpPr>
          <p:nvPr/>
        </p:nvGrpSpPr>
        <p:grpSpPr>
          <a:xfrm>
            <a:off x="3380336" y="2224959"/>
            <a:ext cx="896287" cy="745643"/>
            <a:chOff x="1824638" y="1733550"/>
            <a:chExt cx="1192959" cy="992451"/>
          </a:xfrm>
        </p:grpSpPr>
        <p:sp>
          <p:nvSpPr>
            <p:cNvPr id="31" name="Rectangle 30">
              <a:extLst>
                <a:ext uri="{FF2B5EF4-FFF2-40B4-BE49-F238E27FC236}">
                  <a16:creationId xmlns:a16="http://schemas.microsoft.com/office/drawing/2014/main" id="{56718F85-02C5-4814-847B-818C8CCE6A2E}"/>
                </a:ext>
              </a:extLst>
            </p:cNvPr>
            <p:cNvSpPr/>
            <p:nvPr/>
          </p:nvSpPr>
          <p:spPr>
            <a:xfrm>
              <a:off x="1824638" y="1733550"/>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6B5C2063-3BBD-48BC-BDD6-D5E9563B1934}"/>
                </a:ext>
              </a:extLst>
            </p:cNvPr>
            <p:cNvSpPr/>
            <p:nvPr/>
          </p:nvSpPr>
          <p:spPr>
            <a:xfrm>
              <a:off x="1925901" y="1819672"/>
              <a:ext cx="1091696"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3" name="Group 32">
            <a:extLst>
              <a:ext uri="{FF2B5EF4-FFF2-40B4-BE49-F238E27FC236}">
                <a16:creationId xmlns:a16="http://schemas.microsoft.com/office/drawing/2014/main" id="{5E2C35B1-F420-4244-8B67-EA845C8CAF53}"/>
              </a:ext>
              <a:ext uri="{C183D7F6-B498-43B3-948B-1728B52AA6E4}">
                <adec:decorative xmlns:adec="http://schemas.microsoft.com/office/drawing/2017/decorative" val="1"/>
              </a:ext>
            </a:extLst>
          </p:cNvPr>
          <p:cNvGrpSpPr>
            <a:grpSpLocks noChangeAspect="1"/>
          </p:cNvGrpSpPr>
          <p:nvPr/>
        </p:nvGrpSpPr>
        <p:grpSpPr>
          <a:xfrm flipH="1">
            <a:off x="7914029" y="2224959"/>
            <a:ext cx="896287" cy="745643"/>
            <a:chOff x="1824638" y="1733550"/>
            <a:chExt cx="1192959" cy="992451"/>
          </a:xfrm>
        </p:grpSpPr>
        <p:sp>
          <p:nvSpPr>
            <p:cNvPr id="34" name="Rectangle 33">
              <a:extLst>
                <a:ext uri="{FF2B5EF4-FFF2-40B4-BE49-F238E27FC236}">
                  <a16:creationId xmlns:a16="http://schemas.microsoft.com/office/drawing/2014/main" id="{35DB04D1-9BD5-4C35-8B33-0432F97A6012}"/>
                </a:ext>
              </a:extLst>
            </p:cNvPr>
            <p:cNvSpPr/>
            <p:nvPr/>
          </p:nvSpPr>
          <p:spPr>
            <a:xfrm>
              <a:off x="1824638" y="1733550"/>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3C23B33E-1386-44B0-B24A-50A8F9B55FFD}"/>
                </a:ext>
              </a:extLst>
            </p:cNvPr>
            <p:cNvSpPr/>
            <p:nvPr/>
          </p:nvSpPr>
          <p:spPr>
            <a:xfrm>
              <a:off x="1925901" y="1819672"/>
              <a:ext cx="1091696"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6" name="Group 35">
            <a:extLst>
              <a:ext uri="{FF2B5EF4-FFF2-40B4-BE49-F238E27FC236}">
                <a16:creationId xmlns:a16="http://schemas.microsoft.com/office/drawing/2014/main" id="{645F4DD1-5663-4019-891C-8821ED8ACA9F}"/>
              </a:ext>
              <a:ext uri="{C183D7F6-B498-43B3-948B-1728B52AA6E4}">
                <adec:decorative xmlns:adec="http://schemas.microsoft.com/office/drawing/2017/decorative" val="1"/>
              </a:ext>
            </a:extLst>
          </p:cNvPr>
          <p:cNvGrpSpPr>
            <a:grpSpLocks noChangeAspect="1"/>
          </p:cNvGrpSpPr>
          <p:nvPr/>
        </p:nvGrpSpPr>
        <p:grpSpPr>
          <a:xfrm>
            <a:off x="5723178" y="2223240"/>
            <a:ext cx="745643" cy="745643"/>
            <a:chOff x="5482999" y="1607028"/>
            <a:chExt cx="1200866" cy="1200866"/>
          </a:xfrm>
        </p:grpSpPr>
        <p:sp>
          <p:nvSpPr>
            <p:cNvPr id="37" name="Rectangle 36">
              <a:extLst>
                <a:ext uri="{FF2B5EF4-FFF2-40B4-BE49-F238E27FC236}">
                  <a16:creationId xmlns:a16="http://schemas.microsoft.com/office/drawing/2014/main" id="{9AAD7458-0E1F-4289-885E-7991DEFE6E7D}"/>
                </a:ext>
              </a:extLst>
            </p:cNvPr>
            <p:cNvSpPr/>
            <p:nvPr/>
          </p:nvSpPr>
          <p:spPr>
            <a:xfrm>
              <a:off x="5587207" y="1711236"/>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2C5F22B3-BA39-4DDB-9CD2-F9F1183608D0}"/>
                </a:ext>
              </a:extLst>
            </p:cNvPr>
            <p:cNvSpPr/>
            <p:nvPr/>
          </p:nvSpPr>
          <p:spPr>
            <a:xfrm>
              <a:off x="5482999" y="1607028"/>
              <a:ext cx="1200866" cy="1200866"/>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7" name="Group 46">
            <a:extLst>
              <a:ext uri="{FF2B5EF4-FFF2-40B4-BE49-F238E27FC236}">
                <a16:creationId xmlns:a16="http://schemas.microsoft.com/office/drawing/2014/main" id="{95074261-BBC0-4AF3-AF09-C64386DBB2CF}"/>
              </a:ext>
              <a:ext uri="{C183D7F6-B498-43B3-948B-1728B52AA6E4}">
                <adec:decorative xmlns:adec="http://schemas.microsoft.com/office/drawing/2017/decorative" val="1"/>
              </a:ext>
            </a:extLst>
          </p:cNvPr>
          <p:cNvGrpSpPr>
            <a:grpSpLocks noChangeAspect="1"/>
          </p:cNvGrpSpPr>
          <p:nvPr/>
        </p:nvGrpSpPr>
        <p:grpSpPr>
          <a:xfrm flipH="1">
            <a:off x="949886" y="2224959"/>
            <a:ext cx="926876" cy="745643"/>
            <a:chOff x="7901577" y="2268089"/>
            <a:chExt cx="926876" cy="745643"/>
          </a:xfrm>
        </p:grpSpPr>
        <p:sp>
          <p:nvSpPr>
            <p:cNvPr id="50" name="Rectangle 49">
              <a:extLst>
                <a:ext uri="{FF2B5EF4-FFF2-40B4-BE49-F238E27FC236}">
                  <a16:creationId xmlns:a16="http://schemas.microsoft.com/office/drawing/2014/main" id="{C4BF8F4D-C494-48D1-8EDB-FE34A665FBEE}"/>
                </a:ext>
              </a:extLst>
            </p:cNvPr>
            <p:cNvSpPr/>
            <p:nvPr/>
          </p:nvSpPr>
          <p:spPr>
            <a:xfrm flipH="1">
              <a:off x="8516862" y="2268089"/>
              <a:ext cx="311591" cy="745643"/>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EF7A8167-402E-4636-8949-042E663C233E}"/>
                </a:ext>
              </a:extLst>
            </p:cNvPr>
            <p:cNvSpPr/>
            <p:nvPr/>
          </p:nvSpPr>
          <p:spPr>
            <a:xfrm flipH="1">
              <a:off x="7901577" y="2332794"/>
              <a:ext cx="781787" cy="616234"/>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8" name="Picture Placeholder 48" descr="Medicine">
            <a:extLst>
              <a:ext uri="{FF2B5EF4-FFF2-40B4-BE49-F238E27FC236}">
                <a16:creationId xmlns:a16="http://schemas.microsoft.com/office/drawing/2014/main" id="{A17A8866-025F-45F8-9C1A-8DF0ACE8F3F7}"/>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p:blipFill>
        <p:spPr>
          <a:xfrm>
            <a:off x="726892" y="873722"/>
            <a:ext cx="384361" cy="384361"/>
          </a:xfrm>
          <a:prstGeom prst="rect">
            <a:avLst/>
          </a:prstGeom>
        </p:spPr>
      </p:pic>
      <p:sp>
        <p:nvSpPr>
          <p:cNvPr id="77" name="Rectangle 76">
            <a:extLst>
              <a:ext uri="{FF2B5EF4-FFF2-40B4-BE49-F238E27FC236}">
                <a16:creationId xmlns:a16="http://schemas.microsoft.com/office/drawing/2014/main" id="{BCF2D9E9-FCB0-9AE5-C334-5B71399F3EAE}"/>
              </a:ext>
            </a:extLst>
          </p:cNvPr>
          <p:cNvSpPr>
            <a:spLocks noGrp="1" noRot="1" noMove="1" noResize="1" noEditPoints="1" noAdjustHandles="1" noChangeArrowheads="1" noChangeShapeType="1"/>
          </p:cNvSpPr>
          <p:nvPr/>
        </p:nvSpPr>
        <p:spPr>
          <a:xfrm>
            <a:off x="949886" y="1760561"/>
            <a:ext cx="10147139" cy="4290408"/>
          </a:xfrm>
          <a:prstGeom prst="rect">
            <a:avLst/>
          </a:prstGeom>
          <a:gradFill>
            <a:gsLst>
              <a:gs pos="0">
                <a:schemeClr val="tx2"/>
              </a:gs>
              <a:gs pos="100000">
                <a:schemeClr val="accent2"/>
              </a:gs>
            </a:gsLst>
            <a:lin ang="14400000" scaled="0"/>
          </a:gradFill>
          <a:ln>
            <a:solidFill>
              <a:schemeClr val="accent1"/>
            </a:solidFill>
          </a:ln>
          <a:effectLst>
            <a:glow rad="101600">
              <a:schemeClr val="accent1">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8" name="TextBox 77">
            <a:extLst>
              <a:ext uri="{FF2B5EF4-FFF2-40B4-BE49-F238E27FC236}">
                <a16:creationId xmlns:a16="http://schemas.microsoft.com/office/drawing/2014/main" id="{2F30E006-69E4-12CD-7314-83BE5D2FFD4C}"/>
              </a:ext>
            </a:extLst>
          </p:cNvPr>
          <p:cNvSpPr txBox="1"/>
          <p:nvPr/>
        </p:nvSpPr>
        <p:spPr>
          <a:xfrm>
            <a:off x="1140448" y="1886154"/>
            <a:ext cx="9766013" cy="3893374"/>
          </a:xfrm>
          <a:prstGeom prst="rect">
            <a:avLst/>
          </a:prstGeom>
          <a:noFill/>
        </p:spPr>
        <p:txBody>
          <a:bodyPr wrap="square" rtlCol="0">
            <a:spAutoFit/>
          </a:bodyPr>
          <a:lstStyle/>
          <a:p>
            <a:pPr marL="342900" indent="-342900">
              <a:buFont typeface="Wingdings" panose="05000000000000000000" pitchFamily="2" charset="2"/>
              <a:buChar char="Ø"/>
            </a:pPr>
            <a:r>
              <a:rPr lang="en-GB" sz="2100" dirty="0">
                <a:solidFill>
                  <a:schemeClr val="bg1"/>
                </a:solidFill>
              </a:rPr>
              <a:t>We are going to </a:t>
            </a:r>
            <a:r>
              <a:rPr lang="en-GB" sz="2100" dirty="0" err="1">
                <a:solidFill>
                  <a:schemeClr val="bg1"/>
                </a:solidFill>
              </a:rPr>
              <a:t>analyze</a:t>
            </a:r>
            <a:r>
              <a:rPr lang="en-GB" sz="2100" dirty="0">
                <a:solidFill>
                  <a:schemeClr val="bg1"/>
                </a:solidFill>
              </a:rPr>
              <a:t> a </a:t>
            </a:r>
            <a:r>
              <a:rPr lang="en-GB" sz="2100" b="1" dirty="0">
                <a:solidFill>
                  <a:schemeClr val="bg1"/>
                </a:solidFill>
              </a:rPr>
              <a:t>Healthcare dataset</a:t>
            </a:r>
            <a:r>
              <a:rPr lang="en-GB" sz="2100" dirty="0">
                <a:solidFill>
                  <a:schemeClr val="bg1"/>
                </a:solidFill>
              </a:rPr>
              <a:t>. First of all, the given dataset contained </a:t>
            </a:r>
            <a:r>
              <a:rPr lang="en-GB" sz="2100" b="1" dirty="0">
                <a:solidFill>
                  <a:schemeClr val="bg1"/>
                </a:solidFill>
              </a:rPr>
              <a:t>5,700 records</a:t>
            </a:r>
            <a:r>
              <a:rPr lang="en-GB" sz="2100" dirty="0">
                <a:solidFill>
                  <a:schemeClr val="bg1"/>
                </a:solidFill>
              </a:rPr>
              <a:t>. After obtaining the dataset, it was </a:t>
            </a:r>
            <a:r>
              <a:rPr lang="en-GB" sz="2100" b="1" dirty="0">
                <a:solidFill>
                  <a:schemeClr val="bg1"/>
                </a:solidFill>
              </a:rPr>
              <a:t>cleaned and </a:t>
            </a:r>
            <a:r>
              <a:rPr lang="en-GB" sz="2100" b="1" dirty="0" err="1">
                <a:solidFill>
                  <a:schemeClr val="bg1"/>
                </a:solidFill>
              </a:rPr>
              <a:t>analyzed</a:t>
            </a:r>
            <a:r>
              <a:rPr lang="en-GB" sz="2100" dirty="0">
                <a:solidFill>
                  <a:schemeClr val="bg1"/>
                </a:solidFill>
              </a:rPr>
              <a:t>. The empty cells were filled with a </a:t>
            </a:r>
            <a:r>
              <a:rPr lang="en-GB" sz="2100" b="1" dirty="0">
                <a:solidFill>
                  <a:schemeClr val="bg1"/>
                </a:solidFill>
              </a:rPr>
              <a:t>hyphen (“-”) or “Not-Provided” or “N/A”</a:t>
            </a:r>
            <a:r>
              <a:rPr lang="en-GB" sz="2100" dirty="0">
                <a:solidFill>
                  <a:schemeClr val="bg1"/>
                </a:solidFill>
              </a:rPr>
              <a:t> where required. Next, the data was </a:t>
            </a:r>
            <a:r>
              <a:rPr lang="en-GB" sz="2100" b="1" dirty="0">
                <a:solidFill>
                  <a:schemeClr val="bg1"/>
                </a:solidFill>
              </a:rPr>
              <a:t>sorted</a:t>
            </a:r>
            <a:r>
              <a:rPr lang="en-GB" sz="2100" dirty="0">
                <a:solidFill>
                  <a:schemeClr val="bg1"/>
                </a:solidFill>
              </a:rPr>
              <a:t>, and duplicate values were checked. Out of the </a:t>
            </a:r>
            <a:r>
              <a:rPr lang="en-GB" sz="2100" b="1" dirty="0">
                <a:solidFill>
                  <a:schemeClr val="bg1"/>
                </a:solidFill>
              </a:rPr>
              <a:t>5,700 records</a:t>
            </a:r>
            <a:r>
              <a:rPr lang="en-GB" sz="2100" dirty="0">
                <a:solidFill>
                  <a:schemeClr val="bg1"/>
                </a:solidFill>
              </a:rPr>
              <a:t>, </a:t>
            </a:r>
            <a:r>
              <a:rPr lang="en-GB" sz="2100" b="1" dirty="0">
                <a:solidFill>
                  <a:schemeClr val="bg1"/>
                </a:solidFill>
              </a:rPr>
              <a:t>200 duplicate values were removed</a:t>
            </a:r>
            <a:r>
              <a:rPr lang="en-GB" sz="2100" dirty="0">
                <a:solidFill>
                  <a:schemeClr val="bg1"/>
                </a:solidFill>
              </a:rPr>
              <a:t>, leaving </a:t>
            </a:r>
            <a:r>
              <a:rPr lang="en-GB" sz="2100" b="1" dirty="0">
                <a:solidFill>
                  <a:schemeClr val="bg1"/>
                </a:solidFill>
              </a:rPr>
              <a:t>5,500 unique records</a:t>
            </a:r>
            <a:r>
              <a:rPr lang="en-GB" sz="2100" dirty="0">
                <a:solidFill>
                  <a:schemeClr val="bg1"/>
                </a:solidFill>
              </a:rPr>
              <a:t>. After that, </a:t>
            </a:r>
            <a:r>
              <a:rPr lang="en-GB" sz="2100" b="1" dirty="0">
                <a:solidFill>
                  <a:schemeClr val="bg1"/>
                </a:solidFill>
              </a:rPr>
              <a:t>functions, logical functions, and data validation tools</a:t>
            </a:r>
            <a:r>
              <a:rPr lang="en-GB" sz="2100" dirty="0">
                <a:solidFill>
                  <a:schemeClr val="bg1"/>
                </a:solidFill>
              </a:rPr>
              <a:t> were used according to the </a:t>
            </a:r>
            <a:r>
              <a:rPr lang="en-GB" sz="2100" b="1" dirty="0">
                <a:solidFill>
                  <a:schemeClr val="bg1"/>
                </a:solidFill>
              </a:rPr>
              <a:t>client’s requirements</a:t>
            </a:r>
            <a:r>
              <a:rPr lang="en-GB" sz="2100" dirty="0">
                <a:solidFill>
                  <a:schemeClr val="bg1"/>
                </a:solidFill>
              </a:rPr>
              <a:t>. Then, the required details were converted into </a:t>
            </a:r>
            <a:r>
              <a:rPr lang="en-GB" sz="2100" b="1" dirty="0">
                <a:solidFill>
                  <a:schemeClr val="bg1"/>
                </a:solidFill>
              </a:rPr>
              <a:t>PivotTables and </a:t>
            </a:r>
            <a:r>
              <a:rPr lang="en-GB" sz="2100" b="1" dirty="0" err="1">
                <a:solidFill>
                  <a:schemeClr val="bg1"/>
                </a:solidFill>
              </a:rPr>
              <a:t>PivotCharts</a:t>
            </a:r>
            <a:r>
              <a:rPr lang="en-GB" sz="2100" dirty="0">
                <a:solidFill>
                  <a:schemeClr val="bg1"/>
                </a:solidFill>
              </a:rPr>
              <a:t>. Finally, a </a:t>
            </a:r>
            <a:r>
              <a:rPr lang="en-GB" sz="2100" b="1" dirty="0">
                <a:solidFill>
                  <a:schemeClr val="bg1"/>
                </a:solidFill>
              </a:rPr>
              <a:t>dashboard</a:t>
            </a:r>
            <a:r>
              <a:rPr lang="en-GB" sz="2100" dirty="0">
                <a:solidFill>
                  <a:schemeClr val="bg1"/>
                </a:solidFill>
              </a:rPr>
              <a:t> was created to provide a </a:t>
            </a:r>
            <a:r>
              <a:rPr lang="en-GB" sz="2100" b="1" dirty="0">
                <a:solidFill>
                  <a:schemeClr val="bg1"/>
                </a:solidFill>
              </a:rPr>
              <a:t>visual representation of the data</a:t>
            </a:r>
            <a:r>
              <a:rPr lang="en-GB" sz="2100" dirty="0">
                <a:solidFill>
                  <a:schemeClr val="bg1"/>
                </a:solidFill>
              </a:rPr>
              <a:t>, which helps in gaining insights and supporting decision-making based on the dashboard content.</a:t>
            </a:r>
          </a:p>
          <a:p>
            <a:endParaRPr lang="en-IN" sz="1600" dirty="0">
              <a:solidFill>
                <a:schemeClr val="bg1"/>
              </a:solidFill>
            </a:endParaRPr>
          </a:p>
        </p:txBody>
      </p:sp>
    </p:spTree>
    <p:extLst>
      <p:ext uri="{BB962C8B-B14F-4D97-AF65-F5344CB8AC3E}">
        <p14:creationId xmlns:p14="http://schemas.microsoft.com/office/powerpoint/2010/main" val="3697691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Placeholder 17" descr="Doctor standing in front of a computer&#10;">
            <a:extLst>
              <a:ext uri="{FF2B5EF4-FFF2-40B4-BE49-F238E27FC236}">
                <a16:creationId xmlns:a16="http://schemas.microsoft.com/office/drawing/2014/main" id="{D4AB4507-F77A-44A5-B290-3F3D4817B7BD}"/>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p:pic>
      <p:sp>
        <p:nvSpPr>
          <p:cNvPr id="19" name="Rectangle 18">
            <a:extLst>
              <a:ext uri="{FF2B5EF4-FFF2-40B4-BE49-F238E27FC236}">
                <a16:creationId xmlns:a16="http://schemas.microsoft.com/office/drawing/2014/main" id="{A4592135-A11E-4178-A320-510C4B7492A3}"/>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180000" y="179109"/>
            <a:ext cx="11832000" cy="6513922"/>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1C499D5A-91D2-45BF-B204-6FDFFE97FFA9}"/>
              </a:ext>
            </a:extLst>
          </p:cNvPr>
          <p:cNvSpPr>
            <a:spLocks noGrp="1"/>
          </p:cNvSpPr>
          <p:nvPr>
            <p:ph type="title"/>
          </p:nvPr>
        </p:nvSpPr>
        <p:spPr/>
        <p:txBody>
          <a:bodyPr/>
          <a:lstStyle/>
          <a:p>
            <a:r>
              <a:rPr lang="en-US" dirty="0"/>
              <a:t>OUR SERVICES</a:t>
            </a:r>
          </a:p>
        </p:txBody>
      </p:sp>
      <p:sp>
        <p:nvSpPr>
          <p:cNvPr id="4" name="Slide Number Placeholder 3">
            <a:extLst>
              <a:ext uri="{FF2B5EF4-FFF2-40B4-BE49-F238E27FC236}">
                <a16:creationId xmlns:a16="http://schemas.microsoft.com/office/drawing/2014/main" id="{98F61CED-575A-4A61-B181-A44246132635}"/>
              </a:ext>
            </a:extLst>
          </p:cNvPr>
          <p:cNvSpPr>
            <a:spLocks noGrp="1"/>
          </p:cNvSpPr>
          <p:nvPr>
            <p:ph type="sldNum" sz="quarter" idx="11"/>
          </p:nvPr>
        </p:nvSpPr>
        <p:spPr/>
        <p:txBody>
          <a:bodyPr/>
          <a:lstStyle/>
          <a:p>
            <a:fld id="{EECC7194-A4D0-457B-9D3E-53681723AFF7}" type="slidenum">
              <a:rPr lang="en-US" smtClean="0"/>
              <a:pPr/>
              <a:t>4</a:t>
            </a:fld>
            <a:endParaRPr lang="en-US" dirty="0"/>
          </a:p>
        </p:txBody>
      </p:sp>
      <p:sp>
        <p:nvSpPr>
          <p:cNvPr id="5" name="Text Placeholder 4">
            <a:extLst>
              <a:ext uri="{FF2B5EF4-FFF2-40B4-BE49-F238E27FC236}">
                <a16:creationId xmlns:a16="http://schemas.microsoft.com/office/drawing/2014/main" id="{7E6F3A07-B555-4DCB-847F-A2749A0C0866}"/>
              </a:ext>
            </a:extLst>
          </p:cNvPr>
          <p:cNvSpPr>
            <a:spLocks noGrp="1"/>
          </p:cNvSpPr>
          <p:nvPr>
            <p:ph type="body" sz="quarter" idx="13"/>
          </p:nvPr>
        </p:nvSpPr>
        <p:spPr>
          <a:xfrm>
            <a:off x="1470581" y="2433564"/>
            <a:ext cx="2812282" cy="707905"/>
          </a:xfrm>
        </p:spPr>
        <p:txBody>
          <a:bodyPr/>
          <a:lstStyle/>
          <a:p>
            <a:r>
              <a:rPr lang="en-US" sz="1800" dirty="0"/>
              <a:t>Mon - Sun: 24/7 Available</a:t>
            </a:r>
            <a:br>
              <a:rPr lang="en-US" sz="1800" dirty="0"/>
            </a:br>
            <a:r>
              <a:rPr lang="en-US" sz="1800" dirty="0"/>
              <a:t>No Holidays</a:t>
            </a:r>
          </a:p>
          <a:p>
            <a:endParaRPr lang="en-US" sz="1800" dirty="0"/>
          </a:p>
        </p:txBody>
      </p:sp>
      <p:sp>
        <p:nvSpPr>
          <p:cNvPr id="6" name="Text Placeholder 5">
            <a:extLst>
              <a:ext uri="{FF2B5EF4-FFF2-40B4-BE49-F238E27FC236}">
                <a16:creationId xmlns:a16="http://schemas.microsoft.com/office/drawing/2014/main" id="{D1BEBF22-A40E-4194-AD9A-12E9E5AB0013}"/>
              </a:ext>
            </a:extLst>
          </p:cNvPr>
          <p:cNvSpPr>
            <a:spLocks noGrp="1"/>
          </p:cNvSpPr>
          <p:nvPr>
            <p:ph type="body" sz="quarter" idx="14"/>
          </p:nvPr>
        </p:nvSpPr>
        <p:spPr>
          <a:xfrm>
            <a:off x="1470581" y="1775805"/>
            <a:ext cx="2812282" cy="554643"/>
          </a:xfrm>
        </p:spPr>
        <p:txBody>
          <a:bodyPr/>
          <a:lstStyle/>
          <a:p>
            <a:r>
              <a:rPr lang="en-US" sz="2000" dirty="0"/>
              <a:t>Extended </a:t>
            </a:r>
            <a:br>
              <a:rPr lang="en-US" sz="2000" dirty="0"/>
            </a:br>
            <a:r>
              <a:rPr lang="en-US" sz="2000" dirty="0"/>
              <a:t>Hospital Hours </a:t>
            </a:r>
          </a:p>
        </p:txBody>
      </p:sp>
      <p:sp>
        <p:nvSpPr>
          <p:cNvPr id="7" name="Text Placeholder 6">
            <a:extLst>
              <a:ext uri="{FF2B5EF4-FFF2-40B4-BE49-F238E27FC236}">
                <a16:creationId xmlns:a16="http://schemas.microsoft.com/office/drawing/2014/main" id="{998C0573-728C-4817-B25F-9C4BA8292FDB}"/>
              </a:ext>
            </a:extLst>
          </p:cNvPr>
          <p:cNvSpPr>
            <a:spLocks noGrp="1"/>
          </p:cNvSpPr>
          <p:nvPr>
            <p:ph type="body" sz="quarter" idx="15"/>
          </p:nvPr>
        </p:nvSpPr>
        <p:spPr>
          <a:xfrm>
            <a:off x="5031291" y="2433564"/>
            <a:ext cx="2812282" cy="869193"/>
          </a:xfrm>
        </p:spPr>
        <p:txBody>
          <a:bodyPr/>
          <a:lstStyle/>
          <a:p>
            <a:r>
              <a:rPr lang="en-US" sz="1800" noProof="1"/>
              <a:t>Cardiology, Dermatology, General Medicine, Neurology, Oncology, Orthopedics, Pediatrics</a:t>
            </a:r>
          </a:p>
          <a:p>
            <a:endParaRPr lang="en-US" sz="1800" dirty="0"/>
          </a:p>
          <a:p>
            <a:endParaRPr lang="en-US" sz="1800" dirty="0"/>
          </a:p>
        </p:txBody>
      </p:sp>
      <p:sp>
        <p:nvSpPr>
          <p:cNvPr id="8" name="Text Placeholder 7">
            <a:extLst>
              <a:ext uri="{FF2B5EF4-FFF2-40B4-BE49-F238E27FC236}">
                <a16:creationId xmlns:a16="http://schemas.microsoft.com/office/drawing/2014/main" id="{D23D57FF-A4A8-4B9F-8E36-4755E494CBB8}"/>
              </a:ext>
            </a:extLst>
          </p:cNvPr>
          <p:cNvSpPr>
            <a:spLocks noGrp="1"/>
          </p:cNvSpPr>
          <p:nvPr>
            <p:ph type="body" sz="quarter" idx="16"/>
          </p:nvPr>
        </p:nvSpPr>
        <p:spPr>
          <a:xfrm>
            <a:off x="5031291" y="1938816"/>
            <a:ext cx="2812282" cy="376595"/>
          </a:xfrm>
        </p:spPr>
        <p:txBody>
          <a:bodyPr/>
          <a:lstStyle/>
          <a:p>
            <a:r>
              <a:rPr lang="en-US" sz="2000" dirty="0"/>
              <a:t>Department List</a:t>
            </a:r>
          </a:p>
        </p:txBody>
      </p:sp>
      <p:sp>
        <p:nvSpPr>
          <p:cNvPr id="9" name="Text Placeholder 8">
            <a:extLst>
              <a:ext uri="{FF2B5EF4-FFF2-40B4-BE49-F238E27FC236}">
                <a16:creationId xmlns:a16="http://schemas.microsoft.com/office/drawing/2014/main" id="{EA2C873E-AF75-4B6A-8EBE-2F12C5A7E6A0}"/>
              </a:ext>
            </a:extLst>
          </p:cNvPr>
          <p:cNvSpPr>
            <a:spLocks noGrp="1"/>
          </p:cNvSpPr>
          <p:nvPr>
            <p:ph type="body" sz="quarter" idx="17"/>
          </p:nvPr>
        </p:nvSpPr>
        <p:spPr>
          <a:xfrm>
            <a:off x="8592000" y="2433564"/>
            <a:ext cx="2812282" cy="1165976"/>
          </a:xfrm>
        </p:spPr>
        <p:txBody>
          <a:bodyPr/>
          <a:lstStyle/>
          <a:p>
            <a:r>
              <a:rPr lang="en-US" sz="1800" dirty="0"/>
              <a:t>Dr Iyer, Dr Mehta, Dr Nair, Dr Rao, Dr Reddy, Dr Sharma, Dr Singh</a:t>
            </a:r>
            <a:endParaRPr lang="en-US" sz="1800" noProof="1"/>
          </a:p>
        </p:txBody>
      </p:sp>
      <p:sp>
        <p:nvSpPr>
          <p:cNvPr id="10" name="Text Placeholder 9">
            <a:extLst>
              <a:ext uri="{FF2B5EF4-FFF2-40B4-BE49-F238E27FC236}">
                <a16:creationId xmlns:a16="http://schemas.microsoft.com/office/drawing/2014/main" id="{FA62A9F2-7193-4B39-BE74-49635D23507F}"/>
              </a:ext>
            </a:extLst>
          </p:cNvPr>
          <p:cNvSpPr>
            <a:spLocks noGrp="1"/>
          </p:cNvSpPr>
          <p:nvPr>
            <p:ph type="body" sz="quarter" idx="18"/>
          </p:nvPr>
        </p:nvSpPr>
        <p:spPr>
          <a:xfrm>
            <a:off x="8577671" y="1928285"/>
            <a:ext cx="2812282" cy="414251"/>
          </a:xfrm>
        </p:spPr>
        <p:txBody>
          <a:bodyPr/>
          <a:lstStyle/>
          <a:p>
            <a:r>
              <a:rPr lang="en-US" sz="2000" dirty="0"/>
              <a:t>Available Doctors List</a:t>
            </a:r>
          </a:p>
        </p:txBody>
      </p:sp>
      <p:sp>
        <p:nvSpPr>
          <p:cNvPr id="11" name="Text Placeholder 10">
            <a:extLst>
              <a:ext uri="{FF2B5EF4-FFF2-40B4-BE49-F238E27FC236}">
                <a16:creationId xmlns:a16="http://schemas.microsoft.com/office/drawing/2014/main" id="{D39B9111-D7E0-4C6E-8B6D-2598C446AF61}"/>
              </a:ext>
            </a:extLst>
          </p:cNvPr>
          <p:cNvSpPr>
            <a:spLocks noGrp="1"/>
          </p:cNvSpPr>
          <p:nvPr>
            <p:ph type="body" sz="quarter" idx="19"/>
          </p:nvPr>
        </p:nvSpPr>
        <p:spPr>
          <a:xfrm>
            <a:off x="1470581" y="4582977"/>
            <a:ext cx="2812282" cy="1242556"/>
          </a:xfrm>
        </p:spPr>
        <p:txBody>
          <a:bodyPr/>
          <a:lstStyle/>
          <a:p>
            <a:r>
              <a:rPr lang="en-US" sz="1800" noProof="1"/>
              <a:t>Asthma, Covid, Diabetes, Fever, Fracture, Hypertension, </a:t>
            </a:r>
            <a:r>
              <a:rPr lang="en-IN" sz="1800" noProof="1"/>
              <a:t>Migraine,</a:t>
            </a:r>
            <a:r>
              <a:rPr lang="en-US" sz="1800" noProof="1"/>
              <a:t> Skin Allergy</a:t>
            </a:r>
          </a:p>
        </p:txBody>
      </p:sp>
      <p:sp>
        <p:nvSpPr>
          <p:cNvPr id="12" name="Text Placeholder 11">
            <a:extLst>
              <a:ext uri="{FF2B5EF4-FFF2-40B4-BE49-F238E27FC236}">
                <a16:creationId xmlns:a16="http://schemas.microsoft.com/office/drawing/2014/main" id="{2C6192BD-E170-4A74-8019-C8202728C49D}"/>
              </a:ext>
            </a:extLst>
          </p:cNvPr>
          <p:cNvSpPr>
            <a:spLocks noGrp="1"/>
          </p:cNvSpPr>
          <p:nvPr>
            <p:ph type="body" sz="quarter" idx="20"/>
          </p:nvPr>
        </p:nvSpPr>
        <p:spPr>
          <a:xfrm>
            <a:off x="1446280" y="4079595"/>
            <a:ext cx="2812282" cy="375132"/>
          </a:xfrm>
        </p:spPr>
        <p:txBody>
          <a:bodyPr/>
          <a:lstStyle/>
          <a:p>
            <a:r>
              <a:rPr lang="en-US" sz="2000" dirty="0"/>
              <a:t>Diagnosis</a:t>
            </a:r>
          </a:p>
        </p:txBody>
      </p:sp>
      <p:sp>
        <p:nvSpPr>
          <p:cNvPr id="13" name="Text Placeholder 12">
            <a:extLst>
              <a:ext uri="{FF2B5EF4-FFF2-40B4-BE49-F238E27FC236}">
                <a16:creationId xmlns:a16="http://schemas.microsoft.com/office/drawing/2014/main" id="{1590D2A3-9EEB-4BD9-A6F1-7A6252D21D06}"/>
              </a:ext>
            </a:extLst>
          </p:cNvPr>
          <p:cNvSpPr>
            <a:spLocks noGrp="1"/>
          </p:cNvSpPr>
          <p:nvPr>
            <p:ph type="body" sz="quarter" idx="21"/>
          </p:nvPr>
        </p:nvSpPr>
        <p:spPr>
          <a:xfrm>
            <a:off x="5031291" y="4582977"/>
            <a:ext cx="2812282" cy="1242556"/>
          </a:xfrm>
        </p:spPr>
        <p:txBody>
          <a:bodyPr/>
          <a:lstStyle/>
          <a:p>
            <a:r>
              <a:rPr lang="en-US" sz="1800" noProof="1"/>
              <a:t>Injection, Medication, Observation, Surgery, Therapy</a:t>
            </a:r>
          </a:p>
        </p:txBody>
      </p:sp>
      <p:sp>
        <p:nvSpPr>
          <p:cNvPr id="14" name="Text Placeholder 13">
            <a:extLst>
              <a:ext uri="{FF2B5EF4-FFF2-40B4-BE49-F238E27FC236}">
                <a16:creationId xmlns:a16="http://schemas.microsoft.com/office/drawing/2014/main" id="{FA88E256-0941-4678-8F52-4A15674EC324}"/>
              </a:ext>
            </a:extLst>
          </p:cNvPr>
          <p:cNvSpPr>
            <a:spLocks noGrp="1"/>
          </p:cNvSpPr>
          <p:nvPr>
            <p:ph type="body" sz="quarter" idx="22"/>
          </p:nvPr>
        </p:nvSpPr>
        <p:spPr>
          <a:xfrm>
            <a:off x="5031291" y="4063329"/>
            <a:ext cx="2812282" cy="407664"/>
          </a:xfrm>
        </p:spPr>
        <p:txBody>
          <a:bodyPr/>
          <a:lstStyle/>
          <a:p>
            <a:r>
              <a:rPr lang="en-IN" sz="2000" dirty="0"/>
              <a:t>Treatment Type</a:t>
            </a:r>
            <a:endParaRPr lang="en-US" sz="2000" dirty="0"/>
          </a:p>
        </p:txBody>
      </p:sp>
      <p:cxnSp>
        <p:nvCxnSpPr>
          <p:cNvPr id="42" name="Straight Connector 41">
            <a:extLst>
              <a:ext uri="{FF2B5EF4-FFF2-40B4-BE49-F238E27FC236}">
                <a16:creationId xmlns:a16="http://schemas.microsoft.com/office/drawing/2014/main" id="{6917E9BF-7C5E-4DE7-8C66-9B69A207D1E4}"/>
              </a:ext>
              <a:ext uri="{C183D7F6-B498-43B3-948B-1728B52AA6E4}">
                <adec:decorative xmlns:adec="http://schemas.microsoft.com/office/drawing/2017/decorative" val="1"/>
              </a:ext>
            </a:extLst>
          </p:cNvPr>
          <p:cNvCxnSpPr/>
          <p:nvPr/>
        </p:nvCxnSpPr>
        <p:spPr>
          <a:xfrm>
            <a:off x="1511184" y="3716527"/>
            <a:ext cx="9169633" cy="0"/>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14DCD19-05BE-4D3F-A9E1-A9353D50950B}"/>
              </a:ext>
              <a:ext uri="{C183D7F6-B498-43B3-948B-1728B52AA6E4}">
                <adec:decorative xmlns:adec="http://schemas.microsoft.com/office/drawing/2017/decorative" val="1"/>
              </a:ext>
            </a:extLst>
          </p:cNvPr>
          <p:cNvCxnSpPr>
            <a:cxnSpLocks/>
          </p:cNvCxnSpPr>
          <p:nvPr/>
        </p:nvCxnSpPr>
        <p:spPr>
          <a:xfrm>
            <a:off x="4458121" y="2630172"/>
            <a:ext cx="0" cy="969367"/>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9527B99-C015-4364-A9D0-E9EF5F8CC859}"/>
              </a:ext>
              <a:ext uri="{C183D7F6-B498-43B3-948B-1728B52AA6E4}">
                <adec:decorative xmlns:adec="http://schemas.microsoft.com/office/drawing/2017/decorative" val="1"/>
              </a:ext>
            </a:extLst>
          </p:cNvPr>
          <p:cNvCxnSpPr>
            <a:cxnSpLocks/>
          </p:cNvCxnSpPr>
          <p:nvPr/>
        </p:nvCxnSpPr>
        <p:spPr>
          <a:xfrm>
            <a:off x="8019527" y="2630172"/>
            <a:ext cx="0" cy="969367"/>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sp>
        <p:nvSpPr>
          <p:cNvPr id="67" name="object 7" descr="Beige rectangle">
            <a:extLst>
              <a:ext uri="{FF2B5EF4-FFF2-40B4-BE49-F238E27FC236}">
                <a16:creationId xmlns:a16="http://schemas.microsoft.com/office/drawing/2014/main" id="{6167A703-9B37-469C-853D-0CB6C1F4D8F0}"/>
              </a:ext>
            </a:extLst>
          </p:cNvPr>
          <p:cNvSpPr/>
          <p:nvPr/>
        </p:nvSpPr>
        <p:spPr bwMode="white">
          <a:xfrm flipV="1">
            <a:off x="722099" y="1277068"/>
            <a:ext cx="2812282"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sp>
        <p:nvSpPr>
          <p:cNvPr id="41" name="Rectangle 40">
            <a:extLst>
              <a:ext uri="{FF2B5EF4-FFF2-40B4-BE49-F238E27FC236}">
                <a16:creationId xmlns:a16="http://schemas.microsoft.com/office/drawing/2014/main" id="{F1E4A73F-DB3E-4AF4-A250-CB257055A3B2}"/>
              </a:ext>
              <a:ext uri="{C183D7F6-B498-43B3-948B-1728B52AA6E4}">
                <adec:decorative xmlns:adec="http://schemas.microsoft.com/office/drawing/2017/decorative" val="1"/>
              </a:ext>
            </a:extLst>
          </p:cNvPr>
          <p:cNvSpPr>
            <a:spLocks/>
          </p:cNvSpPr>
          <p:nvPr/>
        </p:nvSpPr>
        <p:spPr>
          <a:xfrm>
            <a:off x="898187" y="1803828"/>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A651BC50-F263-44D5-B1E1-32D5EA7EA21F}"/>
              </a:ext>
              <a:ext uri="{C183D7F6-B498-43B3-948B-1728B52AA6E4}">
                <adec:decorative xmlns:adec="http://schemas.microsoft.com/office/drawing/2017/decorative" val="1"/>
              </a:ext>
            </a:extLst>
          </p:cNvPr>
          <p:cNvSpPr>
            <a:spLocks/>
          </p:cNvSpPr>
          <p:nvPr/>
        </p:nvSpPr>
        <p:spPr>
          <a:xfrm>
            <a:off x="4458121" y="1803828"/>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100AA00A-91AC-4400-AF7A-EAB0770006ED}"/>
              </a:ext>
              <a:ext uri="{C183D7F6-B498-43B3-948B-1728B52AA6E4}">
                <adec:decorative xmlns:adec="http://schemas.microsoft.com/office/drawing/2017/decorative" val="1"/>
              </a:ext>
            </a:extLst>
          </p:cNvPr>
          <p:cNvSpPr>
            <a:spLocks/>
          </p:cNvSpPr>
          <p:nvPr/>
        </p:nvSpPr>
        <p:spPr>
          <a:xfrm>
            <a:off x="8019527" y="1803828"/>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78CCE096-0925-41C0-AF48-23E7DBC19872}"/>
              </a:ext>
              <a:ext uri="{C183D7F6-B498-43B3-948B-1728B52AA6E4}">
                <adec:decorative xmlns:adec="http://schemas.microsoft.com/office/drawing/2017/decorative" val="1"/>
              </a:ext>
            </a:extLst>
          </p:cNvPr>
          <p:cNvSpPr>
            <a:spLocks/>
          </p:cNvSpPr>
          <p:nvPr/>
        </p:nvSpPr>
        <p:spPr>
          <a:xfrm>
            <a:off x="898187" y="3960036"/>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61">
            <a:extLst>
              <a:ext uri="{FF2B5EF4-FFF2-40B4-BE49-F238E27FC236}">
                <a16:creationId xmlns:a16="http://schemas.microsoft.com/office/drawing/2014/main" id="{275C6854-B085-4AC0-984F-E73F9C388471}"/>
              </a:ext>
              <a:ext uri="{C183D7F6-B498-43B3-948B-1728B52AA6E4}">
                <adec:decorative xmlns:adec="http://schemas.microsoft.com/office/drawing/2017/decorative" val="1"/>
              </a:ext>
            </a:extLst>
          </p:cNvPr>
          <p:cNvSpPr>
            <a:spLocks/>
          </p:cNvSpPr>
          <p:nvPr/>
        </p:nvSpPr>
        <p:spPr>
          <a:xfrm>
            <a:off x="4458121" y="3960036"/>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4" name="Straight Connector 43">
            <a:extLst>
              <a:ext uri="{FF2B5EF4-FFF2-40B4-BE49-F238E27FC236}">
                <a16:creationId xmlns:a16="http://schemas.microsoft.com/office/drawing/2014/main" id="{E2EAB4BE-ED20-4BB8-A23B-B02A1115A828}"/>
              </a:ext>
              <a:ext uri="{C183D7F6-B498-43B3-948B-1728B52AA6E4}">
                <adec:decorative xmlns:adec="http://schemas.microsoft.com/office/drawing/2017/decorative" val="1"/>
              </a:ext>
            </a:extLst>
          </p:cNvPr>
          <p:cNvCxnSpPr>
            <a:cxnSpLocks/>
          </p:cNvCxnSpPr>
          <p:nvPr/>
        </p:nvCxnSpPr>
        <p:spPr>
          <a:xfrm>
            <a:off x="4458121" y="4752270"/>
            <a:ext cx="0" cy="969367"/>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sp>
        <p:nvSpPr>
          <p:cNvPr id="29" name="Graphic 27" descr="Icon Stethoscope">
            <a:extLst>
              <a:ext uri="{FF2B5EF4-FFF2-40B4-BE49-F238E27FC236}">
                <a16:creationId xmlns:a16="http://schemas.microsoft.com/office/drawing/2014/main" id="{E8253ED6-A426-4BA6-A61A-E4174B8BAE45}"/>
              </a:ext>
            </a:extLst>
          </p:cNvPr>
          <p:cNvSpPr>
            <a:spLocks noChangeAspect="1"/>
          </p:cNvSpPr>
          <p:nvPr/>
        </p:nvSpPr>
        <p:spPr>
          <a:xfrm>
            <a:off x="4495641" y="1955411"/>
            <a:ext cx="360000" cy="360000"/>
          </a:xfrm>
          <a:custGeom>
            <a:avLst/>
            <a:gdLst>
              <a:gd name="connsiteX0" fmla="*/ 757238 w 800100"/>
              <a:gd name="connsiteY0" fmla="*/ 28575 h 800100"/>
              <a:gd name="connsiteX1" fmla="*/ 683181 w 800100"/>
              <a:gd name="connsiteY1" fmla="*/ 28575 h 800100"/>
              <a:gd name="connsiteX2" fmla="*/ 642938 w 800100"/>
              <a:gd name="connsiteY2" fmla="*/ 0 h 800100"/>
              <a:gd name="connsiteX3" fmla="*/ 600075 w 800100"/>
              <a:gd name="connsiteY3" fmla="*/ 42863 h 800100"/>
              <a:gd name="connsiteX4" fmla="*/ 600075 w 800100"/>
              <a:gd name="connsiteY4" fmla="*/ 100013 h 800100"/>
              <a:gd name="connsiteX5" fmla="*/ 642938 w 800100"/>
              <a:gd name="connsiteY5" fmla="*/ 142875 h 800100"/>
              <a:gd name="connsiteX6" fmla="*/ 683181 w 800100"/>
              <a:gd name="connsiteY6" fmla="*/ 114300 h 800100"/>
              <a:gd name="connsiteX7" fmla="*/ 714375 w 800100"/>
              <a:gd name="connsiteY7" fmla="*/ 114300 h 800100"/>
              <a:gd name="connsiteX8" fmla="*/ 714375 w 800100"/>
              <a:gd name="connsiteY8" fmla="*/ 214313 h 800100"/>
              <a:gd name="connsiteX9" fmla="*/ 557213 w 800100"/>
              <a:gd name="connsiteY9" fmla="*/ 371475 h 800100"/>
              <a:gd name="connsiteX10" fmla="*/ 400050 w 800100"/>
              <a:gd name="connsiteY10" fmla="*/ 214313 h 800100"/>
              <a:gd name="connsiteX11" fmla="*/ 400050 w 800100"/>
              <a:gd name="connsiteY11" fmla="*/ 114300 h 800100"/>
              <a:gd name="connsiteX12" fmla="*/ 431244 w 800100"/>
              <a:gd name="connsiteY12" fmla="*/ 114300 h 800100"/>
              <a:gd name="connsiteX13" fmla="*/ 471488 w 800100"/>
              <a:gd name="connsiteY13" fmla="*/ 142875 h 800100"/>
              <a:gd name="connsiteX14" fmla="*/ 514350 w 800100"/>
              <a:gd name="connsiteY14" fmla="*/ 100013 h 800100"/>
              <a:gd name="connsiteX15" fmla="*/ 514350 w 800100"/>
              <a:gd name="connsiteY15" fmla="*/ 42863 h 800100"/>
              <a:gd name="connsiteX16" fmla="*/ 471488 w 800100"/>
              <a:gd name="connsiteY16" fmla="*/ 0 h 800100"/>
              <a:gd name="connsiteX17" fmla="*/ 431244 w 800100"/>
              <a:gd name="connsiteY17" fmla="*/ 28575 h 800100"/>
              <a:gd name="connsiteX18" fmla="*/ 357188 w 800100"/>
              <a:gd name="connsiteY18" fmla="*/ 28575 h 800100"/>
              <a:gd name="connsiteX19" fmla="*/ 314325 w 800100"/>
              <a:gd name="connsiteY19" fmla="*/ 71438 h 800100"/>
              <a:gd name="connsiteX20" fmla="*/ 314325 w 800100"/>
              <a:gd name="connsiteY20" fmla="*/ 214313 h 800100"/>
              <a:gd name="connsiteX21" fmla="*/ 514350 w 800100"/>
              <a:gd name="connsiteY21" fmla="*/ 453180 h 800100"/>
              <a:gd name="connsiteX22" fmla="*/ 514350 w 800100"/>
              <a:gd name="connsiteY22" fmla="*/ 642938 h 800100"/>
              <a:gd name="connsiteX23" fmla="*/ 442913 w 800100"/>
              <a:gd name="connsiteY23" fmla="*/ 714375 h 800100"/>
              <a:gd name="connsiteX24" fmla="*/ 242888 w 800100"/>
              <a:gd name="connsiteY24" fmla="*/ 714375 h 800100"/>
              <a:gd name="connsiteX25" fmla="*/ 171450 w 800100"/>
              <a:gd name="connsiteY25" fmla="*/ 642938 h 800100"/>
              <a:gd name="connsiteX26" fmla="*/ 171450 w 800100"/>
              <a:gd name="connsiteY26" fmla="*/ 520741 h 800100"/>
              <a:gd name="connsiteX27" fmla="*/ 257175 w 800100"/>
              <a:gd name="connsiteY27" fmla="*/ 400050 h 800100"/>
              <a:gd name="connsiteX28" fmla="*/ 128588 w 800100"/>
              <a:gd name="connsiteY28" fmla="*/ 271463 h 800100"/>
              <a:gd name="connsiteX29" fmla="*/ 0 w 800100"/>
              <a:gd name="connsiteY29" fmla="*/ 400050 h 800100"/>
              <a:gd name="connsiteX30" fmla="*/ 85725 w 800100"/>
              <a:gd name="connsiteY30" fmla="*/ 520741 h 800100"/>
              <a:gd name="connsiteX31" fmla="*/ 85725 w 800100"/>
              <a:gd name="connsiteY31" fmla="*/ 642938 h 800100"/>
              <a:gd name="connsiteX32" fmla="*/ 242888 w 800100"/>
              <a:gd name="connsiteY32" fmla="*/ 800100 h 800100"/>
              <a:gd name="connsiteX33" fmla="*/ 442913 w 800100"/>
              <a:gd name="connsiteY33" fmla="*/ 800100 h 800100"/>
              <a:gd name="connsiteX34" fmla="*/ 600075 w 800100"/>
              <a:gd name="connsiteY34" fmla="*/ 642938 h 800100"/>
              <a:gd name="connsiteX35" fmla="*/ 600075 w 800100"/>
              <a:gd name="connsiteY35" fmla="*/ 453180 h 800100"/>
              <a:gd name="connsiteX36" fmla="*/ 800100 w 800100"/>
              <a:gd name="connsiteY36" fmla="*/ 214313 h 800100"/>
              <a:gd name="connsiteX37" fmla="*/ 800100 w 800100"/>
              <a:gd name="connsiteY37" fmla="*/ 71438 h 800100"/>
              <a:gd name="connsiteX38" fmla="*/ 757238 w 800100"/>
              <a:gd name="connsiteY38" fmla="*/ 28575 h 800100"/>
              <a:gd name="connsiteX39" fmla="*/ 57150 w 800100"/>
              <a:gd name="connsiteY39" fmla="*/ 400050 h 800100"/>
              <a:gd name="connsiteX40" fmla="*/ 128588 w 800100"/>
              <a:gd name="connsiteY40" fmla="*/ 328613 h 800100"/>
              <a:gd name="connsiteX41" fmla="*/ 200025 w 800100"/>
              <a:gd name="connsiteY41" fmla="*/ 400050 h 800100"/>
              <a:gd name="connsiteX42" fmla="*/ 128588 w 800100"/>
              <a:gd name="connsiteY42" fmla="*/ 471488 h 800100"/>
              <a:gd name="connsiteX43" fmla="*/ 57150 w 800100"/>
              <a:gd name="connsiteY43" fmla="*/ 400050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800100" h="800100">
                <a:moveTo>
                  <a:pt x="757238" y="28575"/>
                </a:moveTo>
                <a:lnTo>
                  <a:pt x="683181" y="28575"/>
                </a:lnTo>
                <a:cubicBezTo>
                  <a:pt x="677275" y="11963"/>
                  <a:pt x="661578" y="0"/>
                  <a:pt x="642938" y="0"/>
                </a:cubicBezTo>
                <a:cubicBezTo>
                  <a:pt x="619268" y="0"/>
                  <a:pt x="600075" y="19193"/>
                  <a:pt x="600075" y="42863"/>
                </a:cubicBezTo>
                <a:lnTo>
                  <a:pt x="600075" y="100013"/>
                </a:lnTo>
                <a:cubicBezTo>
                  <a:pt x="600075" y="123682"/>
                  <a:pt x="619268" y="142875"/>
                  <a:pt x="642938" y="142875"/>
                </a:cubicBezTo>
                <a:cubicBezTo>
                  <a:pt x="661568" y="142875"/>
                  <a:pt x="677275" y="130912"/>
                  <a:pt x="683181" y="114300"/>
                </a:cubicBezTo>
                <a:lnTo>
                  <a:pt x="714375" y="114300"/>
                </a:lnTo>
                <a:lnTo>
                  <a:pt x="714375" y="214313"/>
                </a:lnTo>
                <a:cubicBezTo>
                  <a:pt x="714375" y="300971"/>
                  <a:pt x="643871" y="371475"/>
                  <a:pt x="557213" y="371475"/>
                </a:cubicBezTo>
                <a:cubicBezTo>
                  <a:pt x="470554" y="371475"/>
                  <a:pt x="400050" y="300971"/>
                  <a:pt x="400050" y="214313"/>
                </a:cubicBezTo>
                <a:lnTo>
                  <a:pt x="400050" y="114300"/>
                </a:lnTo>
                <a:lnTo>
                  <a:pt x="431244" y="114300"/>
                </a:lnTo>
                <a:cubicBezTo>
                  <a:pt x="437150" y="130912"/>
                  <a:pt x="452847" y="142875"/>
                  <a:pt x="471488" y="142875"/>
                </a:cubicBezTo>
                <a:cubicBezTo>
                  <a:pt x="495157" y="142875"/>
                  <a:pt x="514350" y="123682"/>
                  <a:pt x="514350" y="100013"/>
                </a:cubicBezTo>
                <a:lnTo>
                  <a:pt x="514350" y="42863"/>
                </a:lnTo>
                <a:cubicBezTo>
                  <a:pt x="514350" y="19193"/>
                  <a:pt x="495157" y="0"/>
                  <a:pt x="471488" y="0"/>
                </a:cubicBezTo>
                <a:cubicBezTo>
                  <a:pt x="452857" y="0"/>
                  <a:pt x="437150" y="11963"/>
                  <a:pt x="431244" y="28575"/>
                </a:cubicBezTo>
                <a:lnTo>
                  <a:pt x="357188" y="28575"/>
                </a:lnTo>
                <a:cubicBezTo>
                  <a:pt x="333508" y="28575"/>
                  <a:pt x="314325" y="47758"/>
                  <a:pt x="314325" y="71438"/>
                </a:cubicBezTo>
                <a:lnTo>
                  <a:pt x="314325" y="214313"/>
                </a:lnTo>
                <a:cubicBezTo>
                  <a:pt x="314325" y="333594"/>
                  <a:pt x="400822" y="432845"/>
                  <a:pt x="514350" y="453180"/>
                </a:cubicBezTo>
                <a:lnTo>
                  <a:pt x="514350" y="642938"/>
                </a:lnTo>
                <a:cubicBezTo>
                  <a:pt x="514350" y="682323"/>
                  <a:pt x="482298" y="714375"/>
                  <a:pt x="442913" y="714375"/>
                </a:cubicBezTo>
                <a:lnTo>
                  <a:pt x="242888" y="714375"/>
                </a:lnTo>
                <a:cubicBezTo>
                  <a:pt x="203502" y="714375"/>
                  <a:pt x="171450" y="682323"/>
                  <a:pt x="171450" y="642938"/>
                </a:cubicBezTo>
                <a:lnTo>
                  <a:pt x="171450" y="520741"/>
                </a:lnTo>
                <a:cubicBezTo>
                  <a:pt x="221237" y="502987"/>
                  <a:pt x="257175" y="455857"/>
                  <a:pt x="257175" y="400050"/>
                </a:cubicBezTo>
                <a:cubicBezTo>
                  <a:pt x="257175" y="329146"/>
                  <a:pt x="199492" y="271463"/>
                  <a:pt x="128588" y="271463"/>
                </a:cubicBezTo>
                <a:cubicBezTo>
                  <a:pt x="57683" y="271463"/>
                  <a:pt x="0" y="329146"/>
                  <a:pt x="0" y="400050"/>
                </a:cubicBezTo>
                <a:cubicBezTo>
                  <a:pt x="0" y="455857"/>
                  <a:pt x="35938" y="502987"/>
                  <a:pt x="85725" y="520741"/>
                </a:cubicBezTo>
                <a:lnTo>
                  <a:pt x="85725" y="642938"/>
                </a:lnTo>
                <a:cubicBezTo>
                  <a:pt x="85725" y="729596"/>
                  <a:pt x="156229" y="800100"/>
                  <a:pt x="242888" y="800100"/>
                </a:cubicBezTo>
                <a:lnTo>
                  <a:pt x="442913" y="800100"/>
                </a:lnTo>
                <a:cubicBezTo>
                  <a:pt x="529571" y="800100"/>
                  <a:pt x="600075" y="729596"/>
                  <a:pt x="600075" y="642938"/>
                </a:cubicBezTo>
                <a:lnTo>
                  <a:pt x="600075" y="453180"/>
                </a:lnTo>
                <a:cubicBezTo>
                  <a:pt x="713603" y="432845"/>
                  <a:pt x="800100" y="333594"/>
                  <a:pt x="800100" y="214313"/>
                </a:cubicBezTo>
                <a:lnTo>
                  <a:pt x="800100" y="71438"/>
                </a:lnTo>
                <a:cubicBezTo>
                  <a:pt x="800100" y="47758"/>
                  <a:pt x="780917" y="28575"/>
                  <a:pt x="757238" y="28575"/>
                </a:cubicBezTo>
                <a:close/>
                <a:moveTo>
                  <a:pt x="57150" y="400050"/>
                </a:moveTo>
                <a:cubicBezTo>
                  <a:pt x="57150" y="360664"/>
                  <a:pt x="89202" y="328613"/>
                  <a:pt x="128588" y="328613"/>
                </a:cubicBezTo>
                <a:cubicBezTo>
                  <a:pt x="167973" y="328613"/>
                  <a:pt x="200025" y="360664"/>
                  <a:pt x="200025" y="400050"/>
                </a:cubicBezTo>
                <a:cubicBezTo>
                  <a:pt x="200025" y="439436"/>
                  <a:pt x="167973" y="471488"/>
                  <a:pt x="128588" y="471488"/>
                </a:cubicBezTo>
                <a:cubicBezTo>
                  <a:pt x="89202" y="471488"/>
                  <a:pt x="57150" y="439436"/>
                  <a:pt x="57150" y="400050"/>
                </a:cubicBezTo>
                <a:close/>
              </a:path>
            </a:pathLst>
          </a:custGeom>
          <a:solidFill>
            <a:schemeClr val="bg1"/>
          </a:solidFill>
          <a:ln w="9525" cap="flat">
            <a:noFill/>
            <a:prstDash val="solid"/>
            <a:miter/>
          </a:ln>
        </p:spPr>
        <p:txBody>
          <a:bodyPr rtlCol="0" anchor="ctr"/>
          <a:lstStyle/>
          <a:p>
            <a:endParaRPr lang="en-US" sz="2000" dirty="0"/>
          </a:p>
        </p:txBody>
      </p:sp>
      <p:grpSp>
        <p:nvGrpSpPr>
          <p:cNvPr id="69" name="Group 68" descr="Icon Plaster">
            <a:extLst>
              <a:ext uri="{FF2B5EF4-FFF2-40B4-BE49-F238E27FC236}">
                <a16:creationId xmlns:a16="http://schemas.microsoft.com/office/drawing/2014/main" id="{DB470874-CC94-462D-9F62-0D114CE75994}"/>
              </a:ext>
            </a:extLst>
          </p:cNvPr>
          <p:cNvGrpSpPr>
            <a:grpSpLocks noChangeAspect="1"/>
          </p:cNvGrpSpPr>
          <p:nvPr/>
        </p:nvGrpSpPr>
        <p:grpSpPr>
          <a:xfrm>
            <a:off x="4560973" y="4132512"/>
            <a:ext cx="360000" cy="360852"/>
            <a:chOff x="4543214" y="4114712"/>
            <a:chExt cx="301914" cy="302629"/>
          </a:xfrm>
        </p:grpSpPr>
        <p:sp>
          <p:nvSpPr>
            <p:cNvPr id="46" name="Freeform: Shape 45">
              <a:extLst>
                <a:ext uri="{FF2B5EF4-FFF2-40B4-BE49-F238E27FC236}">
                  <a16:creationId xmlns:a16="http://schemas.microsoft.com/office/drawing/2014/main" id="{E5D7B243-4C7E-41A0-8DC9-7064981F3372}"/>
                </a:ext>
              </a:extLst>
            </p:cNvPr>
            <p:cNvSpPr/>
            <p:nvPr/>
          </p:nvSpPr>
          <p:spPr>
            <a:xfrm>
              <a:off x="4543292" y="4282753"/>
              <a:ext cx="134588" cy="134588"/>
            </a:xfrm>
            <a:custGeom>
              <a:avLst/>
              <a:gdLst>
                <a:gd name="connsiteX0" fmla="*/ 359379 w 352425"/>
                <a:gd name="connsiteY0" fmla="*/ 240430 h 352425"/>
                <a:gd name="connsiteX1" fmla="*/ 281731 w 352425"/>
                <a:gd name="connsiteY1" fmla="*/ 318078 h 352425"/>
                <a:gd name="connsiteX2" fmla="*/ 84278 w 352425"/>
                <a:gd name="connsiteY2" fmla="*/ 322707 h 352425"/>
                <a:gd name="connsiteX3" fmla="*/ 32176 w 352425"/>
                <a:gd name="connsiteY3" fmla="*/ 268519 h 352425"/>
                <a:gd name="connsiteX4" fmla="*/ 41892 w 352425"/>
                <a:gd name="connsiteY4" fmla="*/ 77076 h 352425"/>
                <a:gd name="connsiteX5" fmla="*/ 118968 w 352425"/>
                <a:gd name="connsiteY5" fmla="*/ 0 h 352425"/>
                <a:gd name="connsiteX6" fmla="*/ 359379 w 352425"/>
                <a:gd name="connsiteY6" fmla="*/ 240430 h 352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2425" h="352425">
                  <a:moveTo>
                    <a:pt x="359379" y="240430"/>
                  </a:moveTo>
                  <a:lnTo>
                    <a:pt x="281731" y="318078"/>
                  </a:lnTo>
                  <a:cubicBezTo>
                    <a:pt x="228020" y="371818"/>
                    <a:pt x="141266" y="373932"/>
                    <a:pt x="84278" y="322707"/>
                  </a:cubicBezTo>
                  <a:cubicBezTo>
                    <a:pt x="66247" y="306495"/>
                    <a:pt x="48731" y="288255"/>
                    <a:pt x="32176" y="268519"/>
                  </a:cubicBezTo>
                  <a:cubicBezTo>
                    <a:pt x="-14230" y="212989"/>
                    <a:pt x="-9962" y="128911"/>
                    <a:pt x="41892" y="77076"/>
                  </a:cubicBezTo>
                  <a:lnTo>
                    <a:pt x="118968" y="0"/>
                  </a:lnTo>
                  <a:lnTo>
                    <a:pt x="359379" y="240430"/>
                  </a:lnTo>
                  <a:close/>
                </a:path>
              </a:pathLst>
            </a:custGeom>
            <a:solidFill>
              <a:schemeClr val="bg1"/>
            </a:solidFill>
            <a:ln w="9525" cap="flat">
              <a:noFill/>
              <a:prstDash val="solid"/>
              <a:miter/>
            </a:ln>
          </p:spPr>
          <p:txBody>
            <a:bodyPr rtlCol="0" anchor="ctr"/>
            <a:lstStyle/>
            <a:p>
              <a:endParaRPr lang="en-US" sz="2000" dirty="0"/>
            </a:p>
          </p:txBody>
        </p:sp>
        <p:sp>
          <p:nvSpPr>
            <p:cNvPr id="47" name="Freeform: Shape 46">
              <a:extLst>
                <a:ext uri="{FF2B5EF4-FFF2-40B4-BE49-F238E27FC236}">
                  <a16:creationId xmlns:a16="http://schemas.microsoft.com/office/drawing/2014/main" id="{CAD058DD-18E5-442F-856B-1D7CF5154784}"/>
                </a:ext>
              </a:extLst>
            </p:cNvPr>
            <p:cNvSpPr/>
            <p:nvPr/>
          </p:nvSpPr>
          <p:spPr>
            <a:xfrm>
              <a:off x="4543214" y="4114712"/>
              <a:ext cx="301914" cy="301913"/>
            </a:xfrm>
            <a:custGeom>
              <a:avLst/>
              <a:gdLst>
                <a:gd name="connsiteX0" fmla="*/ 640426 w 790575"/>
                <a:gd name="connsiteY0" fmla="*/ 399610 h 790575"/>
                <a:gd name="connsiteX1" fmla="*/ 758269 w 790575"/>
                <a:gd name="connsiteY1" fmla="*/ 281766 h 790575"/>
                <a:gd name="connsiteX2" fmla="*/ 762927 w 790575"/>
                <a:gd name="connsiteY2" fmla="*/ 84313 h 790575"/>
                <a:gd name="connsiteX3" fmla="*/ 708682 w 790575"/>
                <a:gd name="connsiteY3" fmla="*/ 32202 h 790575"/>
                <a:gd name="connsiteX4" fmla="*/ 517249 w 790575"/>
                <a:gd name="connsiteY4" fmla="*/ 41917 h 790575"/>
                <a:gd name="connsiteX5" fmla="*/ 399996 w 790575"/>
                <a:gd name="connsiteY5" fmla="*/ 159170 h 790575"/>
                <a:gd name="connsiteX6" fmla="*/ 282734 w 790575"/>
                <a:gd name="connsiteY6" fmla="*/ 41908 h 790575"/>
                <a:gd name="connsiteX7" fmla="*/ 91300 w 790575"/>
                <a:gd name="connsiteY7" fmla="*/ 32183 h 790575"/>
                <a:gd name="connsiteX8" fmla="*/ 37055 w 790575"/>
                <a:gd name="connsiteY8" fmla="*/ 84313 h 790575"/>
                <a:gd name="connsiteX9" fmla="*/ 41713 w 790575"/>
                <a:gd name="connsiteY9" fmla="*/ 281766 h 790575"/>
                <a:gd name="connsiteX10" fmla="*/ 518058 w 790575"/>
                <a:gd name="connsiteY10" fmla="*/ 758093 h 790575"/>
                <a:gd name="connsiteX11" fmla="*/ 715512 w 790575"/>
                <a:gd name="connsiteY11" fmla="*/ 762722 h 790575"/>
                <a:gd name="connsiteX12" fmla="*/ 767642 w 790575"/>
                <a:gd name="connsiteY12" fmla="*/ 708515 h 790575"/>
                <a:gd name="connsiteX13" fmla="*/ 757907 w 790575"/>
                <a:gd name="connsiteY13" fmla="*/ 517081 h 790575"/>
                <a:gd name="connsiteX14" fmla="*/ 640426 w 790575"/>
                <a:gd name="connsiteY14" fmla="*/ 399610 h 790575"/>
                <a:gd name="connsiteX15" fmla="*/ 485721 w 790575"/>
                <a:gd name="connsiteY15" fmla="*/ 356957 h 790575"/>
                <a:gd name="connsiteX16" fmla="*/ 442859 w 790575"/>
                <a:gd name="connsiteY16" fmla="*/ 399819 h 790575"/>
                <a:gd name="connsiteX17" fmla="*/ 399996 w 790575"/>
                <a:gd name="connsiteY17" fmla="*/ 356957 h 790575"/>
                <a:gd name="connsiteX18" fmla="*/ 442859 w 790575"/>
                <a:gd name="connsiteY18" fmla="*/ 314094 h 790575"/>
                <a:gd name="connsiteX19" fmla="*/ 485721 w 790575"/>
                <a:gd name="connsiteY19" fmla="*/ 356957 h 790575"/>
                <a:gd name="connsiteX20" fmla="*/ 357134 w 790575"/>
                <a:gd name="connsiteY20" fmla="*/ 228369 h 790575"/>
                <a:gd name="connsiteX21" fmla="*/ 399996 w 790575"/>
                <a:gd name="connsiteY21" fmla="*/ 271232 h 790575"/>
                <a:gd name="connsiteX22" fmla="*/ 357134 w 790575"/>
                <a:gd name="connsiteY22" fmla="*/ 314094 h 790575"/>
                <a:gd name="connsiteX23" fmla="*/ 314271 w 790575"/>
                <a:gd name="connsiteY23" fmla="*/ 271232 h 790575"/>
                <a:gd name="connsiteX24" fmla="*/ 357134 w 790575"/>
                <a:gd name="connsiteY24" fmla="*/ 228369 h 790575"/>
                <a:gd name="connsiteX25" fmla="*/ 271409 w 790575"/>
                <a:gd name="connsiteY25" fmla="*/ 399819 h 790575"/>
                <a:gd name="connsiteX26" fmla="*/ 228546 w 790575"/>
                <a:gd name="connsiteY26" fmla="*/ 356957 h 790575"/>
                <a:gd name="connsiteX27" fmla="*/ 271409 w 790575"/>
                <a:gd name="connsiteY27" fmla="*/ 314094 h 790575"/>
                <a:gd name="connsiteX28" fmla="*/ 314271 w 790575"/>
                <a:gd name="connsiteY28" fmla="*/ 356957 h 790575"/>
                <a:gd name="connsiteX29" fmla="*/ 271409 w 790575"/>
                <a:gd name="connsiteY29" fmla="*/ 399819 h 790575"/>
                <a:gd name="connsiteX30" fmla="*/ 357134 w 790575"/>
                <a:gd name="connsiteY30" fmla="*/ 485544 h 790575"/>
                <a:gd name="connsiteX31" fmla="*/ 314271 w 790575"/>
                <a:gd name="connsiteY31" fmla="*/ 442682 h 790575"/>
                <a:gd name="connsiteX32" fmla="*/ 357134 w 790575"/>
                <a:gd name="connsiteY32" fmla="*/ 399819 h 790575"/>
                <a:gd name="connsiteX33" fmla="*/ 399996 w 790575"/>
                <a:gd name="connsiteY33" fmla="*/ 442682 h 790575"/>
                <a:gd name="connsiteX34" fmla="*/ 357134 w 790575"/>
                <a:gd name="connsiteY34" fmla="*/ 485544 h 790575"/>
                <a:gd name="connsiteX35" fmla="*/ 442859 w 790575"/>
                <a:gd name="connsiteY35" fmla="*/ 571269 h 790575"/>
                <a:gd name="connsiteX36" fmla="*/ 399996 w 790575"/>
                <a:gd name="connsiteY36" fmla="*/ 528407 h 790575"/>
                <a:gd name="connsiteX37" fmla="*/ 442859 w 790575"/>
                <a:gd name="connsiteY37" fmla="*/ 485544 h 790575"/>
                <a:gd name="connsiteX38" fmla="*/ 485721 w 790575"/>
                <a:gd name="connsiteY38" fmla="*/ 528407 h 790575"/>
                <a:gd name="connsiteX39" fmla="*/ 442859 w 790575"/>
                <a:gd name="connsiteY39" fmla="*/ 571269 h 790575"/>
                <a:gd name="connsiteX40" fmla="*/ 528584 w 790575"/>
                <a:gd name="connsiteY40" fmla="*/ 485544 h 790575"/>
                <a:gd name="connsiteX41" fmla="*/ 485721 w 790575"/>
                <a:gd name="connsiteY41" fmla="*/ 442682 h 790575"/>
                <a:gd name="connsiteX42" fmla="*/ 528584 w 790575"/>
                <a:gd name="connsiteY42" fmla="*/ 399819 h 790575"/>
                <a:gd name="connsiteX43" fmla="*/ 571446 w 790575"/>
                <a:gd name="connsiteY43" fmla="*/ 442682 h 790575"/>
                <a:gd name="connsiteX44" fmla="*/ 528584 w 790575"/>
                <a:gd name="connsiteY44" fmla="*/ 485544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90575" h="790575">
                  <a:moveTo>
                    <a:pt x="640426" y="399610"/>
                  </a:moveTo>
                  <a:lnTo>
                    <a:pt x="758269" y="281766"/>
                  </a:lnTo>
                  <a:cubicBezTo>
                    <a:pt x="812048" y="227979"/>
                    <a:pt x="814076" y="141254"/>
                    <a:pt x="762927" y="84313"/>
                  </a:cubicBezTo>
                  <a:cubicBezTo>
                    <a:pt x="746630" y="66206"/>
                    <a:pt x="728380" y="48661"/>
                    <a:pt x="708682" y="32202"/>
                  </a:cubicBezTo>
                  <a:cubicBezTo>
                    <a:pt x="653152" y="-14223"/>
                    <a:pt x="569103" y="-9918"/>
                    <a:pt x="517249" y="41917"/>
                  </a:cubicBezTo>
                  <a:lnTo>
                    <a:pt x="399996" y="159170"/>
                  </a:lnTo>
                  <a:lnTo>
                    <a:pt x="282734" y="41908"/>
                  </a:lnTo>
                  <a:cubicBezTo>
                    <a:pt x="230861" y="-9956"/>
                    <a:pt x="146802" y="-14242"/>
                    <a:pt x="91300" y="32183"/>
                  </a:cubicBezTo>
                  <a:cubicBezTo>
                    <a:pt x="71603" y="48661"/>
                    <a:pt x="53353" y="66197"/>
                    <a:pt x="37055" y="84313"/>
                  </a:cubicBezTo>
                  <a:cubicBezTo>
                    <a:pt x="-14094" y="141254"/>
                    <a:pt x="-12056" y="227979"/>
                    <a:pt x="41713" y="281766"/>
                  </a:cubicBezTo>
                  <a:lnTo>
                    <a:pt x="518058" y="758093"/>
                  </a:lnTo>
                  <a:cubicBezTo>
                    <a:pt x="571884" y="811947"/>
                    <a:pt x="658638" y="813842"/>
                    <a:pt x="715512" y="762722"/>
                  </a:cubicBezTo>
                  <a:cubicBezTo>
                    <a:pt x="733590" y="746463"/>
                    <a:pt x="751116" y="728232"/>
                    <a:pt x="767642" y="708515"/>
                  </a:cubicBezTo>
                  <a:cubicBezTo>
                    <a:pt x="814019" y="652994"/>
                    <a:pt x="809752" y="568917"/>
                    <a:pt x="757907" y="517081"/>
                  </a:cubicBezTo>
                  <a:lnTo>
                    <a:pt x="640426" y="399610"/>
                  </a:lnTo>
                  <a:close/>
                  <a:moveTo>
                    <a:pt x="485721" y="356957"/>
                  </a:moveTo>
                  <a:cubicBezTo>
                    <a:pt x="485721" y="380626"/>
                    <a:pt x="466528" y="399819"/>
                    <a:pt x="442859" y="399819"/>
                  </a:cubicBezTo>
                  <a:cubicBezTo>
                    <a:pt x="419189" y="399819"/>
                    <a:pt x="399996" y="380626"/>
                    <a:pt x="399996" y="356957"/>
                  </a:cubicBezTo>
                  <a:cubicBezTo>
                    <a:pt x="399996" y="333287"/>
                    <a:pt x="419189" y="314094"/>
                    <a:pt x="442859" y="314094"/>
                  </a:cubicBezTo>
                  <a:cubicBezTo>
                    <a:pt x="466528" y="314094"/>
                    <a:pt x="485721" y="333287"/>
                    <a:pt x="485721" y="356957"/>
                  </a:cubicBezTo>
                  <a:close/>
                  <a:moveTo>
                    <a:pt x="357134" y="228369"/>
                  </a:moveTo>
                  <a:cubicBezTo>
                    <a:pt x="380803" y="228369"/>
                    <a:pt x="399996" y="247562"/>
                    <a:pt x="399996" y="271232"/>
                  </a:cubicBezTo>
                  <a:cubicBezTo>
                    <a:pt x="399996" y="294901"/>
                    <a:pt x="380803" y="314094"/>
                    <a:pt x="357134" y="314094"/>
                  </a:cubicBezTo>
                  <a:cubicBezTo>
                    <a:pt x="333464" y="314094"/>
                    <a:pt x="314271" y="294901"/>
                    <a:pt x="314271" y="271232"/>
                  </a:cubicBezTo>
                  <a:cubicBezTo>
                    <a:pt x="314271" y="247562"/>
                    <a:pt x="333464" y="228369"/>
                    <a:pt x="357134" y="228369"/>
                  </a:cubicBezTo>
                  <a:close/>
                  <a:moveTo>
                    <a:pt x="271409" y="399819"/>
                  </a:moveTo>
                  <a:cubicBezTo>
                    <a:pt x="247739" y="399819"/>
                    <a:pt x="228546" y="380626"/>
                    <a:pt x="228546" y="356957"/>
                  </a:cubicBezTo>
                  <a:cubicBezTo>
                    <a:pt x="228546" y="333287"/>
                    <a:pt x="247739" y="314094"/>
                    <a:pt x="271409" y="314094"/>
                  </a:cubicBezTo>
                  <a:cubicBezTo>
                    <a:pt x="295078" y="314094"/>
                    <a:pt x="314271" y="333287"/>
                    <a:pt x="314271" y="356957"/>
                  </a:cubicBezTo>
                  <a:cubicBezTo>
                    <a:pt x="314271" y="380626"/>
                    <a:pt x="295078" y="399819"/>
                    <a:pt x="271409" y="399819"/>
                  </a:cubicBezTo>
                  <a:close/>
                  <a:moveTo>
                    <a:pt x="357134" y="485544"/>
                  </a:moveTo>
                  <a:cubicBezTo>
                    <a:pt x="333464" y="485544"/>
                    <a:pt x="314271" y="466351"/>
                    <a:pt x="314271" y="442682"/>
                  </a:cubicBezTo>
                  <a:cubicBezTo>
                    <a:pt x="314271" y="419012"/>
                    <a:pt x="333464" y="399819"/>
                    <a:pt x="357134" y="399819"/>
                  </a:cubicBezTo>
                  <a:cubicBezTo>
                    <a:pt x="380803" y="399819"/>
                    <a:pt x="399996" y="419012"/>
                    <a:pt x="399996" y="442682"/>
                  </a:cubicBezTo>
                  <a:cubicBezTo>
                    <a:pt x="399996" y="466351"/>
                    <a:pt x="380803" y="485544"/>
                    <a:pt x="357134" y="485544"/>
                  </a:cubicBezTo>
                  <a:close/>
                  <a:moveTo>
                    <a:pt x="442859" y="571269"/>
                  </a:moveTo>
                  <a:cubicBezTo>
                    <a:pt x="419189" y="571269"/>
                    <a:pt x="399996" y="552076"/>
                    <a:pt x="399996" y="528407"/>
                  </a:cubicBezTo>
                  <a:cubicBezTo>
                    <a:pt x="399996" y="504737"/>
                    <a:pt x="419189" y="485544"/>
                    <a:pt x="442859" y="485544"/>
                  </a:cubicBezTo>
                  <a:cubicBezTo>
                    <a:pt x="466528" y="485544"/>
                    <a:pt x="485721" y="504737"/>
                    <a:pt x="485721" y="528407"/>
                  </a:cubicBezTo>
                  <a:cubicBezTo>
                    <a:pt x="485721" y="552076"/>
                    <a:pt x="466528" y="571269"/>
                    <a:pt x="442859" y="571269"/>
                  </a:cubicBezTo>
                  <a:close/>
                  <a:moveTo>
                    <a:pt x="528584" y="485544"/>
                  </a:moveTo>
                  <a:cubicBezTo>
                    <a:pt x="504914" y="485544"/>
                    <a:pt x="485721" y="466351"/>
                    <a:pt x="485721" y="442682"/>
                  </a:cubicBezTo>
                  <a:cubicBezTo>
                    <a:pt x="485721" y="419012"/>
                    <a:pt x="504914" y="399819"/>
                    <a:pt x="528584" y="399819"/>
                  </a:cubicBezTo>
                  <a:cubicBezTo>
                    <a:pt x="552253" y="399819"/>
                    <a:pt x="571446" y="419012"/>
                    <a:pt x="571446" y="442682"/>
                  </a:cubicBezTo>
                  <a:cubicBezTo>
                    <a:pt x="571446" y="466351"/>
                    <a:pt x="552253" y="485544"/>
                    <a:pt x="528584" y="485544"/>
                  </a:cubicBezTo>
                  <a:close/>
                </a:path>
              </a:pathLst>
            </a:custGeom>
            <a:solidFill>
              <a:schemeClr val="bg1"/>
            </a:solidFill>
            <a:ln w="9525" cap="flat">
              <a:noFill/>
              <a:prstDash val="solid"/>
              <a:miter/>
            </a:ln>
          </p:spPr>
          <p:txBody>
            <a:bodyPr rtlCol="0" anchor="ctr"/>
            <a:lstStyle/>
            <a:p>
              <a:endParaRPr lang="en-US" sz="2000" dirty="0"/>
            </a:p>
          </p:txBody>
        </p:sp>
      </p:grpSp>
      <p:sp>
        <p:nvSpPr>
          <p:cNvPr id="49" name="Graphic 23" descr="Icon Clock">
            <a:extLst>
              <a:ext uri="{FF2B5EF4-FFF2-40B4-BE49-F238E27FC236}">
                <a16:creationId xmlns:a16="http://schemas.microsoft.com/office/drawing/2014/main" id="{5495C1F9-7920-41BF-8ACA-22F12780B550}"/>
              </a:ext>
            </a:extLst>
          </p:cNvPr>
          <p:cNvSpPr>
            <a:spLocks noChangeAspect="1"/>
          </p:cNvSpPr>
          <p:nvPr/>
        </p:nvSpPr>
        <p:spPr>
          <a:xfrm>
            <a:off x="962802" y="1973411"/>
            <a:ext cx="360000" cy="360000"/>
          </a:xfrm>
          <a:custGeom>
            <a:avLst/>
            <a:gdLst>
              <a:gd name="connsiteX0" fmla="*/ 657911 w 1314450"/>
              <a:gd name="connsiteY0" fmla="*/ 1315822 h 1314450"/>
              <a:gd name="connsiteX1" fmla="*/ 0 w 1314450"/>
              <a:gd name="connsiteY1" fmla="*/ 657911 h 1314450"/>
              <a:gd name="connsiteX2" fmla="*/ 657911 w 1314450"/>
              <a:gd name="connsiteY2" fmla="*/ 0 h 1314450"/>
              <a:gd name="connsiteX3" fmla="*/ 1315822 w 1314450"/>
              <a:gd name="connsiteY3" fmla="*/ 657911 h 1314450"/>
              <a:gd name="connsiteX4" fmla="*/ 657911 w 1314450"/>
              <a:gd name="connsiteY4" fmla="*/ 1315822 h 1314450"/>
              <a:gd name="connsiteX5" fmla="*/ 657911 w 1314450"/>
              <a:gd name="connsiteY5" fmla="*/ 1315822 h 1314450"/>
              <a:gd name="connsiteX6" fmla="*/ 719947 w 1314450"/>
              <a:gd name="connsiteY6" fmla="*/ 358073 h 1314450"/>
              <a:gd name="connsiteX7" fmla="*/ 614001 w 1314450"/>
              <a:gd name="connsiteY7" fmla="*/ 358073 h 1314450"/>
              <a:gd name="connsiteX8" fmla="*/ 614001 w 1314450"/>
              <a:gd name="connsiteY8" fmla="*/ 620516 h 1314450"/>
              <a:gd name="connsiteX9" fmla="*/ 351558 w 1314450"/>
              <a:gd name="connsiteY9" fmla="*/ 620516 h 1314450"/>
              <a:gd name="connsiteX10" fmla="*/ 351558 w 1314450"/>
              <a:gd name="connsiteY10" fmla="*/ 726453 h 1314450"/>
              <a:gd name="connsiteX11" fmla="*/ 666969 w 1314450"/>
              <a:gd name="connsiteY11" fmla="*/ 726453 h 1314450"/>
              <a:gd name="connsiteX12" fmla="*/ 667388 w 1314450"/>
              <a:gd name="connsiteY12" fmla="*/ 726453 h 1314450"/>
              <a:gd name="connsiteX13" fmla="*/ 705202 w 1314450"/>
              <a:gd name="connsiteY13" fmla="*/ 711613 h 1314450"/>
              <a:gd name="connsiteX14" fmla="*/ 719947 w 1314450"/>
              <a:gd name="connsiteY14" fmla="*/ 673894 h 1314450"/>
              <a:gd name="connsiteX15" fmla="*/ 719947 w 1314450"/>
              <a:gd name="connsiteY15" fmla="*/ 673475 h 1314450"/>
              <a:gd name="connsiteX16" fmla="*/ 719947 w 1314450"/>
              <a:gd name="connsiteY16" fmla="*/ 358073 h 131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14450" h="1314450">
                <a:moveTo>
                  <a:pt x="657911" y="1315822"/>
                </a:moveTo>
                <a:cubicBezTo>
                  <a:pt x="294570" y="1315822"/>
                  <a:pt x="0" y="1021242"/>
                  <a:pt x="0" y="657911"/>
                </a:cubicBezTo>
                <a:cubicBezTo>
                  <a:pt x="0" y="294580"/>
                  <a:pt x="294570" y="0"/>
                  <a:pt x="657911" y="0"/>
                </a:cubicBezTo>
                <a:cubicBezTo>
                  <a:pt x="1021242" y="0"/>
                  <a:pt x="1315822" y="294580"/>
                  <a:pt x="1315822" y="657911"/>
                </a:cubicBezTo>
                <a:cubicBezTo>
                  <a:pt x="1315822" y="1021251"/>
                  <a:pt x="1021242" y="1315822"/>
                  <a:pt x="657911" y="1315822"/>
                </a:cubicBezTo>
                <a:lnTo>
                  <a:pt x="657911" y="1315822"/>
                </a:lnTo>
                <a:close/>
                <a:moveTo>
                  <a:pt x="719947" y="358073"/>
                </a:moveTo>
                <a:cubicBezTo>
                  <a:pt x="719947" y="288026"/>
                  <a:pt x="614001" y="288007"/>
                  <a:pt x="614001" y="358073"/>
                </a:cubicBezTo>
                <a:lnTo>
                  <a:pt x="614001" y="620516"/>
                </a:lnTo>
                <a:lnTo>
                  <a:pt x="351558" y="620516"/>
                </a:lnTo>
                <a:cubicBezTo>
                  <a:pt x="281511" y="620516"/>
                  <a:pt x="281492" y="726453"/>
                  <a:pt x="351558" y="726453"/>
                </a:cubicBezTo>
                <a:lnTo>
                  <a:pt x="666969" y="726453"/>
                </a:lnTo>
                <a:lnTo>
                  <a:pt x="667388" y="726453"/>
                </a:lnTo>
                <a:cubicBezTo>
                  <a:pt x="683866" y="726453"/>
                  <a:pt x="696478" y="720585"/>
                  <a:pt x="705202" y="711613"/>
                </a:cubicBezTo>
                <a:cubicBezTo>
                  <a:pt x="714118" y="702888"/>
                  <a:pt x="719947" y="690324"/>
                  <a:pt x="719947" y="673894"/>
                </a:cubicBezTo>
                <a:lnTo>
                  <a:pt x="719947" y="673475"/>
                </a:lnTo>
                <a:lnTo>
                  <a:pt x="719947" y="358073"/>
                </a:lnTo>
                <a:close/>
              </a:path>
            </a:pathLst>
          </a:custGeom>
          <a:solidFill>
            <a:schemeClr val="bg1"/>
          </a:solidFill>
          <a:ln w="9525" cap="flat">
            <a:noFill/>
            <a:prstDash val="solid"/>
            <a:miter/>
          </a:ln>
        </p:spPr>
        <p:txBody>
          <a:bodyPr rtlCol="0" anchor="ctr"/>
          <a:lstStyle/>
          <a:p>
            <a:endParaRPr lang="en-US" sz="2000" dirty="0"/>
          </a:p>
        </p:txBody>
      </p:sp>
      <p:grpSp>
        <p:nvGrpSpPr>
          <p:cNvPr id="58" name="Group 57" descr="Icon Doctor">
            <a:extLst>
              <a:ext uri="{FF2B5EF4-FFF2-40B4-BE49-F238E27FC236}">
                <a16:creationId xmlns:a16="http://schemas.microsoft.com/office/drawing/2014/main" id="{E9DBD697-D950-4E35-9DE5-A0C834127864}"/>
              </a:ext>
            </a:extLst>
          </p:cNvPr>
          <p:cNvGrpSpPr>
            <a:grpSpLocks noChangeAspect="1"/>
          </p:cNvGrpSpPr>
          <p:nvPr/>
        </p:nvGrpSpPr>
        <p:grpSpPr>
          <a:xfrm>
            <a:off x="8078676" y="1949324"/>
            <a:ext cx="360000" cy="437536"/>
            <a:chOff x="6939367" y="37502"/>
            <a:chExt cx="742950" cy="902969"/>
          </a:xfrm>
        </p:grpSpPr>
        <p:sp>
          <p:nvSpPr>
            <p:cNvPr id="54" name="Freeform: Shape 53">
              <a:extLst>
                <a:ext uri="{FF2B5EF4-FFF2-40B4-BE49-F238E27FC236}">
                  <a16:creationId xmlns:a16="http://schemas.microsoft.com/office/drawing/2014/main" id="{48ADB8A8-8157-4E9C-BA76-1F538C33554B}"/>
                </a:ext>
              </a:extLst>
            </p:cNvPr>
            <p:cNvSpPr/>
            <p:nvPr/>
          </p:nvSpPr>
          <p:spPr>
            <a:xfrm>
              <a:off x="7477530" y="594714"/>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solidFill>
              <a:schemeClr val="bg1"/>
            </a:solidFill>
            <a:ln w="9525" cap="flat">
              <a:noFill/>
              <a:prstDash val="solid"/>
              <a:miter/>
            </a:ln>
          </p:spPr>
          <p:txBody>
            <a:bodyPr rtlCol="0" anchor="ctr"/>
            <a:lstStyle/>
            <a:p>
              <a:endParaRPr lang="en-US" sz="2000" dirty="0"/>
            </a:p>
          </p:txBody>
        </p:sp>
        <p:sp>
          <p:nvSpPr>
            <p:cNvPr id="55" name="Freeform: Shape 54">
              <a:extLst>
                <a:ext uri="{FF2B5EF4-FFF2-40B4-BE49-F238E27FC236}">
                  <a16:creationId xmlns:a16="http://schemas.microsoft.com/office/drawing/2014/main" id="{CA00A7B0-F072-47CC-9356-6E33947D7A4A}"/>
                </a:ext>
              </a:extLst>
            </p:cNvPr>
            <p:cNvSpPr/>
            <p:nvPr/>
          </p:nvSpPr>
          <p:spPr>
            <a:xfrm>
              <a:off x="6939367" y="454696"/>
              <a:ext cx="742950" cy="485775"/>
            </a:xfrm>
            <a:custGeom>
              <a:avLst/>
              <a:gdLst>
                <a:gd name="connsiteX0" fmla="*/ 556260 w 742950"/>
                <a:gd name="connsiteY0" fmla="*/ 0 h 485775"/>
                <a:gd name="connsiteX1" fmla="*/ 531495 w 742950"/>
                <a:gd name="connsiteY1" fmla="*/ 19050 h 485775"/>
                <a:gd name="connsiteX2" fmla="*/ 581025 w 742950"/>
                <a:gd name="connsiteY2" fmla="*/ 112395 h 485775"/>
                <a:gd name="connsiteX3" fmla="*/ 625793 w 742950"/>
                <a:gd name="connsiteY3" fmla="*/ 168593 h 485775"/>
                <a:gd name="connsiteX4" fmla="*/ 567690 w 742950"/>
                <a:gd name="connsiteY4" fmla="*/ 226695 h 485775"/>
                <a:gd name="connsiteX5" fmla="*/ 509587 w 742950"/>
                <a:gd name="connsiteY5" fmla="*/ 168593 h 485775"/>
                <a:gd name="connsiteX6" fmla="*/ 551498 w 742950"/>
                <a:gd name="connsiteY6" fmla="*/ 113348 h 485775"/>
                <a:gd name="connsiteX7" fmla="*/ 505778 w 742950"/>
                <a:gd name="connsiteY7" fmla="*/ 35243 h 485775"/>
                <a:gd name="connsiteX8" fmla="*/ 376237 w 742950"/>
                <a:gd name="connsiteY8" fmla="*/ 67628 h 485775"/>
                <a:gd name="connsiteX9" fmla="*/ 250508 w 742950"/>
                <a:gd name="connsiteY9" fmla="*/ 37148 h 485775"/>
                <a:gd name="connsiteX10" fmla="*/ 204787 w 742950"/>
                <a:gd name="connsiteY10" fmla="*/ 168593 h 485775"/>
                <a:gd name="connsiteX11" fmla="*/ 290512 w 742950"/>
                <a:gd name="connsiteY11" fmla="*/ 269558 h 485775"/>
                <a:gd name="connsiteX12" fmla="*/ 290512 w 742950"/>
                <a:gd name="connsiteY12" fmla="*/ 337185 h 485775"/>
                <a:gd name="connsiteX13" fmla="*/ 275273 w 742950"/>
                <a:gd name="connsiteY13" fmla="*/ 352425 h 485775"/>
                <a:gd name="connsiteX14" fmla="*/ 228600 w 742950"/>
                <a:gd name="connsiteY14" fmla="*/ 352425 h 485775"/>
                <a:gd name="connsiteX15" fmla="*/ 213360 w 742950"/>
                <a:gd name="connsiteY15" fmla="*/ 337185 h 485775"/>
                <a:gd name="connsiteX16" fmla="*/ 228600 w 742950"/>
                <a:gd name="connsiteY16" fmla="*/ 321945 h 485775"/>
                <a:gd name="connsiteX17" fmla="*/ 260985 w 742950"/>
                <a:gd name="connsiteY17" fmla="*/ 321945 h 485775"/>
                <a:gd name="connsiteX18" fmla="*/ 260985 w 742950"/>
                <a:gd name="connsiteY18" fmla="*/ 268605 h 485775"/>
                <a:gd name="connsiteX19" fmla="*/ 188595 w 742950"/>
                <a:gd name="connsiteY19" fmla="*/ 196215 h 485775"/>
                <a:gd name="connsiteX20" fmla="*/ 116205 w 742950"/>
                <a:gd name="connsiteY20" fmla="*/ 268605 h 485775"/>
                <a:gd name="connsiteX21" fmla="*/ 116205 w 742950"/>
                <a:gd name="connsiteY21" fmla="*/ 321945 h 485775"/>
                <a:gd name="connsiteX22" fmla="*/ 148590 w 742950"/>
                <a:gd name="connsiteY22" fmla="*/ 321945 h 485775"/>
                <a:gd name="connsiteX23" fmla="*/ 163830 w 742950"/>
                <a:gd name="connsiteY23" fmla="*/ 337185 h 485775"/>
                <a:gd name="connsiteX24" fmla="*/ 148590 w 742950"/>
                <a:gd name="connsiteY24" fmla="*/ 352425 h 485775"/>
                <a:gd name="connsiteX25" fmla="*/ 100965 w 742950"/>
                <a:gd name="connsiteY25" fmla="*/ 352425 h 485775"/>
                <a:gd name="connsiteX26" fmla="*/ 85725 w 742950"/>
                <a:gd name="connsiteY26" fmla="*/ 337185 h 485775"/>
                <a:gd name="connsiteX27" fmla="*/ 85725 w 742950"/>
                <a:gd name="connsiteY27" fmla="*/ 269558 h 485775"/>
                <a:gd name="connsiteX28" fmla="*/ 174308 w 742950"/>
                <a:gd name="connsiteY28" fmla="*/ 168593 h 485775"/>
                <a:gd name="connsiteX29" fmla="*/ 223837 w 742950"/>
                <a:gd name="connsiteY29" fmla="*/ 21907 h 485775"/>
                <a:gd name="connsiteX30" fmla="*/ 194310 w 742950"/>
                <a:gd name="connsiteY30" fmla="*/ 0 h 485775"/>
                <a:gd name="connsiteX31" fmla="*/ 0 w 742950"/>
                <a:gd name="connsiteY31" fmla="*/ 259080 h 485775"/>
                <a:gd name="connsiteX32" fmla="*/ 0 w 742950"/>
                <a:gd name="connsiteY32" fmla="*/ 429578 h 485775"/>
                <a:gd name="connsiteX33" fmla="*/ 58103 w 742950"/>
                <a:gd name="connsiteY33" fmla="*/ 487680 h 485775"/>
                <a:gd name="connsiteX34" fmla="*/ 693420 w 742950"/>
                <a:gd name="connsiteY34" fmla="*/ 487680 h 485775"/>
                <a:gd name="connsiteX35" fmla="*/ 751523 w 742950"/>
                <a:gd name="connsiteY35" fmla="*/ 429578 h 485775"/>
                <a:gd name="connsiteX36" fmla="*/ 751523 w 742950"/>
                <a:gd name="connsiteY36" fmla="*/ 259080 h 485775"/>
                <a:gd name="connsiteX37" fmla="*/ 556260 w 742950"/>
                <a:gd name="connsiteY37" fmla="*/ 0 h 485775"/>
                <a:gd name="connsiteX38" fmla="*/ 549593 w 742950"/>
                <a:gd name="connsiteY38" fmla="*/ 366713 h 485775"/>
                <a:gd name="connsiteX39" fmla="*/ 541020 w 742950"/>
                <a:gd name="connsiteY39" fmla="*/ 375285 h 485775"/>
                <a:gd name="connsiteX40" fmla="*/ 502920 w 742950"/>
                <a:gd name="connsiteY40" fmla="*/ 375285 h 485775"/>
                <a:gd name="connsiteX41" fmla="*/ 502920 w 742950"/>
                <a:gd name="connsiteY41" fmla="*/ 414338 h 485775"/>
                <a:gd name="connsiteX42" fmla="*/ 494348 w 742950"/>
                <a:gd name="connsiteY42" fmla="*/ 422910 h 485775"/>
                <a:gd name="connsiteX43" fmla="*/ 461010 w 742950"/>
                <a:gd name="connsiteY43" fmla="*/ 422910 h 485775"/>
                <a:gd name="connsiteX44" fmla="*/ 452437 w 742950"/>
                <a:gd name="connsiteY44" fmla="*/ 414338 h 485775"/>
                <a:gd name="connsiteX45" fmla="*/ 452437 w 742950"/>
                <a:gd name="connsiteY45" fmla="*/ 375285 h 485775"/>
                <a:gd name="connsiteX46" fmla="*/ 414337 w 742950"/>
                <a:gd name="connsiteY46" fmla="*/ 375285 h 485775"/>
                <a:gd name="connsiteX47" fmla="*/ 405765 w 742950"/>
                <a:gd name="connsiteY47" fmla="*/ 366713 h 485775"/>
                <a:gd name="connsiteX48" fmla="*/ 405765 w 742950"/>
                <a:gd name="connsiteY48" fmla="*/ 332422 h 485775"/>
                <a:gd name="connsiteX49" fmla="*/ 414337 w 742950"/>
                <a:gd name="connsiteY49" fmla="*/ 323850 h 485775"/>
                <a:gd name="connsiteX50" fmla="*/ 452437 w 742950"/>
                <a:gd name="connsiteY50" fmla="*/ 323850 h 485775"/>
                <a:gd name="connsiteX51" fmla="*/ 452437 w 742950"/>
                <a:gd name="connsiteY51" fmla="*/ 284797 h 485775"/>
                <a:gd name="connsiteX52" fmla="*/ 461010 w 742950"/>
                <a:gd name="connsiteY52" fmla="*/ 276225 h 485775"/>
                <a:gd name="connsiteX53" fmla="*/ 494348 w 742950"/>
                <a:gd name="connsiteY53" fmla="*/ 276225 h 485775"/>
                <a:gd name="connsiteX54" fmla="*/ 502920 w 742950"/>
                <a:gd name="connsiteY54" fmla="*/ 284797 h 485775"/>
                <a:gd name="connsiteX55" fmla="*/ 502920 w 742950"/>
                <a:gd name="connsiteY55" fmla="*/ 323850 h 485775"/>
                <a:gd name="connsiteX56" fmla="*/ 541020 w 742950"/>
                <a:gd name="connsiteY56" fmla="*/ 323850 h 485775"/>
                <a:gd name="connsiteX57" fmla="*/ 549593 w 742950"/>
                <a:gd name="connsiteY57" fmla="*/ 332422 h 485775"/>
                <a:gd name="connsiteX58" fmla="*/ 549593 w 742950"/>
                <a:gd name="connsiteY58" fmla="*/ 36671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742950" h="485775">
                  <a:moveTo>
                    <a:pt x="556260" y="0"/>
                  </a:moveTo>
                  <a:cubicBezTo>
                    <a:pt x="548640" y="7620"/>
                    <a:pt x="540068" y="13335"/>
                    <a:pt x="531495" y="19050"/>
                  </a:cubicBezTo>
                  <a:cubicBezTo>
                    <a:pt x="550545" y="39053"/>
                    <a:pt x="575310" y="73343"/>
                    <a:pt x="581025" y="112395"/>
                  </a:cubicBezTo>
                  <a:cubicBezTo>
                    <a:pt x="606743" y="118110"/>
                    <a:pt x="625793" y="141923"/>
                    <a:pt x="625793" y="168593"/>
                  </a:cubicBezTo>
                  <a:cubicBezTo>
                    <a:pt x="625793" y="200978"/>
                    <a:pt x="600075" y="226695"/>
                    <a:pt x="567690" y="226695"/>
                  </a:cubicBezTo>
                  <a:cubicBezTo>
                    <a:pt x="535305" y="226695"/>
                    <a:pt x="509587" y="200978"/>
                    <a:pt x="509587" y="168593"/>
                  </a:cubicBezTo>
                  <a:cubicBezTo>
                    <a:pt x="509587" y="142875"/>
                    <a:pt x="527685" y="120015"/>
                    <a:pt x="551498" y="113348"/>
                  </a:cubicBezTo>
                  <a:cubicBezTo>
                    <a:pt x="545783" y="80963"/>
                    <a:pt x="521970" y="51435"/>
                    <a:pt x="505778" y="35243"/>
                  </a:cubicBezTo>
                  <a:cubicBezTo>
                    <a:pt x="466725" y="56198"/>
                    <a:pt x="422910" y="67628"/>
                    <a:pt x="376237" y="67628"/>
                  </a:cubicBezTo>
                  <a:cubicBezTo>
                    <a:pt x="331470" y="67628"/>
                    <a:pt x="288608" y="56198"/>
                    <a:pt x="250508" y="37148"/>
                  </a:cubicBezTo>
                  <a:cubicBezTo>
                    <a:pt x="234315" y="61913"/>
                    <a:pt x="208598" y="110490"/>
                    <a:pt x="204787" y="168593"/>
                  </a:cubicBezTo>
                  <a:cubicBezTo>
                    <a:pt x="253365" y="176213"/>
                    <a:pt x="290512" y="218122"/>
                    <a:pt x="290512" y="269558"/>
                  </a:cubicBezTo>
                  <a:lnTo>
                    <a:pt x="290512" y="337185"/>
                  </a:lnTo>
                  <a:cubicBezTo>
                    <a:pt x="290512" y="345758"/>
                    <a:pt x="283845" y="352425"/>
                    <a:pt x="275273" y="352425"/>
                  </a:cubicBezTo>
                  <a:lnTo>
                    <a:pt x="228600" y="352425"/>
                  </a:lnTo>
                  <a:cubicBezTo>
                    <a:pt x="220028" y="352425"/>
                    <a:pt x="213360" y="345758"/>
                    <a:pt x="213360" y="337185"/>
                  </a:cubicBezTo>
                  <a:cubicBezTo>
                    <a:pt x="213360" y="328613"/>
                    <a:pt x="220028" y="321945"/>
                    <a:pt x="228600" y="321945"/>
                  </a:cubicBezTo>
                  <a:lnTo>
                    <a:pt x="260985" y="321945"/>
                  </a:lnTo>
                  <a:lnTo>
                    <a:pt x="260985" y="268605"/>
                  </a:lnTo>
                  <a:cubicBezTo>
                    <a:pt x="260985" y="228600"/>
                    <a:pt x="228600" y="196215"/>
                    <a:pt x="188595" y="196215"/>
                  </a:cubicBezTo>
                  <a:cubicBezTo>
                    <a:pt x="148590" y="196215"/>
                    <a:pt x="116205" y="228600"/>
                    <a:pt x="116205" y="268605"/>
                  </a:cubicBezTo>
                  <a:lnTo>
                    <a:pt x="116205" y="321945"/>
                  </a:lnTo>
                  <a:lnTo>
                    <a:pt x="148590" y="321945"/>
                  </a:lnTo>
                  <a:cubicBezTo>
                    <a:pt x="157163" y="321945"/>
                    <a:pt x="163830" y="328613"/>
                    <a:pt x="163830" y="337185"/>
                  </a:cubicBezTo>
                  <a:cubicBezTo>
                    <a:pt x="163830" y="345758"/>
                    <a:pt x="157163" y="352425"/>
                    <a:pt x="148590" y="352425"/>
                  </a:cubicBezTo>
                  <a:lnTo>
                    <a:pt x="100965" y="352425"/>
                  </a:lnTo>
                  <a:cubicBezTo>
                    <a:pt x="92392" y="352425"/>
                    <a:pt x="85725" y="345758"/>
                    <a:pt x="85725" y="337185"/>
                  </a:cubicBezTo>
                  <a:lnTo>
                    <a:pt x="85725" y="269558"/>
                  </a:lnTo>
                  <a:cubicBezTo>
                    <a:pt x="85725" y="218122"/>
                    <a:pt x="123825" y="175260"/>
                    <a:pt x="174308" y="168593"/>
                  </a:cubicBezTo>
                  <a:cubicBezTo>
                    <a:pt x="178117" y="102870"/>
                    <a:pt x="205740" y="50482"/>
                    <a:pt x="223837" y="21907"/>
                  </a:cubicBezTo>
                  <a:cubicBezTo>
                    <a:pt x="213360" y="15240"/>
                    <a:pt x="203835" y="8573"/>
                    <a:pt x="194310" y="0"/>
                  </a:cubicBezTo>
                  <a:cubicBezTo>
                    <a:pt x="81915" y="33338"/>
                    <a:pt x="0" y="137160"/>
                    <a:pt x="0" y="259080"/>
                  </a:cubicBezTo>
                  <a:lnTo>
                    <a:pt x="0" y="429578"/>
                  </a:lnTo>
                  <a:cubicBezTo>
                    <a:pt x="0" y="461963"/>
                    <a:pt x="25717" y="487680"/>
                    <a:pt x="58103" y="487680"/>
                  </a:cubicBezTo>
                  <a:lnTo>
                    <a:pt x="693420" y="487680"/>
                  </a:lnTo>
                  <a:cubicBezTo>
                    <a:pt x="725805" y="487680"/>
                    <a:pt x="751523" y="461963"/>
                    <a:pt x="751523" y="429578"/>
                  </a:cubicBezTo>
                  <a:lnTo>
                    <a:pt x="751523" y="259080"/>
                  </a:lnTo>
                  <a:cubicBezTo>
                    <a:pt x="750570" y="136208"/>
                    <a:pt x="668655" y="32385"/>
                    <a:pt x="556260" y="0"/>
                  </a:cubicBezTo>
                  <a:close/>
                  <a:moveTo>
                    <a:pt x="549593" y="366713"/>
                  </a:moveTo>
                  <a:cubicBezTo>
                    <a:pt x="549593" y="371475"/>
                    <a:pt x="545783" y="375285"/>
                    <a:pt x="541020" y="375285"/>
                  </a:cubicBezTo>
                  <a:lnTo>
                    <a:pt x="502920" y="375285"/>
                  </a:lnTo>
                  <a:lnTo>
                    <a:pt x="502920" y="414338"/>
                  </a:lnTo>
                  <a:cubicBezTo>
                    <a:pt x="502920" y="419100"/>
                    <a:pt x="499110" y="422910"/>
                    <a:pt x="494348" y="422910"/>
                  </a:cubicBezTo>
                  <a:lnTo>
                    <a:pt x="461010" y="422910"/>
                  </a:lnTo>
                  <a:cubicBezTo>
                    <a:pt x="456248" y="422910"/>
                    <a:pt x="452437" y="419100"/>
                    <a:pt x="452437" y="414338"/>
                  </a:cubicBezTo>
                  <a:lnTo>
                    <a:pt x="452437" y="375285"/>
                  </a:lnTo>
                  <a:lnTo>
                    <a:pt x="414337" y="375285"/>
                  </a:lnTo>
                  <a:cubicBezTo>
                    <a:pt x="409575" y="375285"/>
                    <a:pt x="405765" y="371475"/>
                    <a:pt x="405765" y="366713"/>
                  </a:cubicBezTo>
                  <a:lnTo>
                    <a:pt x="405765" y="332422"/>
                  </a:lnTo>
                  <a:cubicBezTo>
                    <a:pt x="405765" y="327660"/>
                    <a:pt x="409575" y="323850"/>
                    <a:pt x="414337" y="323850"/>
                  </a:cubicBezTo>
                  <a:lnTo>
                    <a:pt x="452437" y="323850"/>
                  </a:lnTo>
                  <a:lnTo>
                    <a:pt x="452437" y="284797"/>
                  </a:lnTo>
                  <a:cubicBezTo>
                    <a:pt x="452437" y="280035"/>
                    <a:pt x="456248" y="276225"/>
                    <a:pt x="461010" y="276225"/>
                  </a:cubicBezTo>
                  <a:lnTo>
                    <a:pt x="494348" y="276225"/>
                  </a:lnTo>
                  <a:cubicBezTo>
                    <a:pt x="499110" y="276225"/>
                    <a:pt x="502920" y="280035"/>
                    <a:pt x="502920" y="284797"/>
                  </a:cubicBezTo>
                  <a:lnTo>
                    <a:pt x="502920" y="323850"/>
                  </a:lnTo>
                  <a:lnTo>
                    <a:pt x="541020" y="323850"/>
                  </a:lnTo>
                  <a:cubicBezTo>
                    <a:pt x="545783" y="323850"/>
                    <a:pt x="549593" y="327660"/>
                    <a:pt x="549593" y="332422"/>
                  </a:cubicBezTo>
                  <a:lnTo>
                    <a:pt x="549593" y="366713"/>
                  </a:lnTo>
                  <a:close/>
                </a:path>
              </a:pathLst>
            </a:custGeom>
            <a:solidFill>
              <a:schemeClr val="bg1"/>
            </a:solidFill>
            <a:ln w="9525" cap="flat">
              <a:noFill/>
              <a:prstDash val="solid"/>
              <a:miter/>
            </a:ln>
          </p:spPr>
          <p:txBody>
            <a:bodyPr rtlCol="0" anchor="ctr"/>
            <a:lstStyle/>
            <a:p>
              <a:endParaRPr lang="en-US" sz="2000" dirty="0"/>
            </a:p>
          </p:txBody>
        </p:sp>
        <p:sp>
          <p:nvSpPr>
            <p:cNvPr id="57" name="Freeform: Shape 56">
              <a:extLst>
                <a:ext uri="{FF2B5EF4-FFF2-40B4-BE49-F238E27FC236}">
                  <a16:creationId xmlns:a16="http://schemas.microsoft.com/office/drawing/2014/main" id="{39EAB1B9-6D19-49E6-B4AE-5D32BC38E444}"/>
                </a:ext>
              </a:extLst>
            </p:cNvPr>
            <p:cNvSpPr/>
            <p:nvPr/>
          </p:nvSpPr>
          <p:spPr>
            <a:xfrm>
              <a:off x="7104150" y="37502"/>
              <a:ext cx="419100" cy="419100"/>
            </a:xfrm>
            <a:custGeom>
              <a:avLst/>
              <a:gdLst>
                <a:gd name="connsiteX0" fmla="*/ 421005 w 419100"/>
                <a:gd name="connsiteY0" fmla="*/ 210503 h 419100"/>
                <a:gd name="connsiteX1" fmla="*/ 210503 w 419100"/>
                <a:gd name="connsiteY1" fmla="*/ 421005 h 419100"/>
                <a:gd name="connsiteX2" fmla="*/ 0 w 419100"/>
                <a:gd name="connsiteY2" fmla="*/ 210503 h 419100"/>
                <a:gd name="connsiteX3" fmla="*/ 210503 w 419100"/>
                <a:gd name="connsiteY3" fmla="*/ 0 h 419100"/>
                <a:gd name="connsiteX4" fmla="*/ 421005 w 419100"/>
                <a:gd name="connsiteY4" fmla="*/ 210503 h 419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100" h="419100">
                  <a:moveTo>
                    <a:pt x="421005" y="210503"/>
                  </a:moveTo>
                  <a:cubicBezTo>
                    <a:pt x="421005" y="326760"/>
                    <a:pt x="326760" y="421005"/>
                    <a:pt x="210503" y="421005"/>
                  </a:cubicBezTo>
                  <a:cubicBezTo>
                    <a:pt x="94245" y="421005"/>
                    <a:pt x="0" y="326760"/>
                    <a:pt x="0" y="210503"/>
                  </a:cubicBezTo>
                  <a:cubicBezTo>
                    <a:pt x="0" y="94245"/>
                    <a:pt x="94245" y="0"/>
                    <a:pt x="210503" y="0"/>
                  </a:cubicBezTo>
                  <a:cubicBezTo>
                    <a:pt x="326760" y="0"/>
                    <a:pt x="421005" y="94245"/>
                    <a:pt x="421005" y="210503"/>
                  </a:cubicBezTo>
                  <a:close/>
                </a:path>
              </a:pathLst>
            </a:custGeom>
            <a:solidFill>
              <a:schemeClr val="bg1"/>
            </a:solidFill>
            <a:ln w="9525" cap="flat">
              <a:noFill/>
              <a:prstDash val="solid"/>
              <a:miter/>
            </a:ln>
          </p:spPr>
          <p:txBody>
            <a:bodyPr rtlCol="0" anchor="ctr"/>
            <a:lstStyle/>
            <a:p>
              <a:endParaRPr lang="en-US" sz="2000" dirty="0"/>
            </a:p>
          </p:txBody>
        </p:sp>
      </p:grpSp>
      <p:pic>
        <p:nvPicPr>
          <p:cNvPr id="16" name="Graphic 15" descr="Test tubes with solid fill">
            <a:extLst>
              <a:ext uri="{FF2B5EF4-FFF2-40B4-BE49-F238E27FC236}">
                <a16:creationId xmlns:a16="http://schemas.microsoft.com/office/drawing/2014/main" id="{90A81FE7-1266-F1BA-2799-33B1D55A9E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6802" y="4079595"/>
            <a:ext cx="432000" cy="432000"/>
          </a:xfrm>
          <a:prstGeom prst="rect">
            <a:avLst/>
          </a:prstGeom>
        </p:spPr>
      </p:pic>
    </p:spTree>
    <p:extLst>
      <p:ext uri="{BB962C8B-B14F-4D97-AF65-F5344CB8AC3E}">
        <p14:creationId xmlns:p14="http://schemas.microsoft.com/office/powerpoint/2010/main" val="1755836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0822E43-C110-41B5-9E8C-BBA2A6D7228B}"/>
              </a:ext>
            </a:extLst>
          </p:cNvPr>
          <p:cNvSpPr>
            <a:spLocks noGrp="1"/>
          </p:cNvSpPr>
          <p:nvPr>
            <p:ph type="sldNum" sz="quarter" idx="11"/>
          </p:nvPr>
        </p:nvSpPr>
        <p:spPr/>
        <p:txBody>
          <a:bodyPr/>
          <a:lstStyle/>
          <a:p>
            <a:fld id="{EECC7194-A4D0-457B-9D3E-53681723AFF7}" type="slidenum">
              <a:rPr lang="en-US" smtClean="0"/>
              <a:pPr/>
              <a:t>5</a:t>
            </a:fld>
            <a:endParaRPr lang="en-US" dirty="0"/>
          </a:p>
        </p:txBody>
      </p:sp>
      <p:sp>
        <p:nvSpPr>
          <p:cNvPr id="2" name="Title 1">
            <a:extLst>
              <a:ext uri="{FF2B5EF4-FFF2-40B4-BE49-F238E27FC236}">
                <a16:creationId xmlns:a16="http://schemas.microsoft.com/office/drawing/2014/main" id="{2384CEA7-D60A-47AE-A867-C557D000559F}"/>
              </a:ext>
            </a:extLst>
          </p:cNvPr>
          <p:cNvSpPr>
            <a:spLocks noGrp="1"/>
          </p:cNvSpPr>
          <p:nvPr>
            <p:ph type="title"/>
          </p:nvPr>
        </p:nvSpPr>
        <p:spPr>
          <a:xfrm>
            <a:off x="602114" y="192991"/>
            <a:ext cx="7560000" cy="370166"/>
          </a:xfrm>
        </p:spPr>
        <p:txBody>
          <a:bodyPr/>
          <a:lstStyle/>
          <a:p>
            <a:r>
              <a:rPr lang="en-US" dirty="0"/>
              <a:t>blank fills</a:t>
            </a:r>
          </a:p>
        </p:txBody>
      </p:sp>
      <p:sp>
        <p:nvSpPr>
          <p:cNvPr id="5" name="object 7" descr="Beige rectangle">
            <a:extLst>
              <a:ext uri="{FF2B5EF4-FFF2-40B4-BE49-F238E27FC236}">
                <a16:creationId xmlns:a16="http://schemas.microsoft.com/office/drawing/2014/main" id="{F173E3BB-F601-4F0E-90AC-4E1473812240}"/>
              </a:ext>
            </a:extLst>
          </p:cNvPr>
          <p:cNvSpPr/>
          <p:nvPr/>
        </p:nvSpPr>
        <p:spPr bwMode="white">
          <a:xfrm flipV="1">
            <a:off x="602114" y="534205"/>
            <a:ext cx="2591462" cy="77242"/>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pic>
        <p:nvPicPr>
          <p:cNvPr id="7" name="Picture 6" descr="A screenshot of a computer&#10;&#10;AI-generated content may be incorrect.">
            <a:extLst>
              <a:ext uri="{FF2B5EF4-FFF2-40B4-BE49-F238E27FC236}">
                <a16:creationId xmlns:a16="http://schemas.microsoft.com/office/drawing/2014/main" id="{E49000BD-CD09-CD6F-FC25-B902A716DB15}"/>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204716" y="736980"/>
            <a:ext cx="11818962" cy="6119346"/>
          </a:xfrm>
          <a:prstGeom prst="rect">
            <a:avLst/>
          </a:prstGeom>
          <a:effectLst>
            <a:glow rad="101600">
              <a:schemeClr val="accent2">
                <a:satMod val="175000"/>
                <a:alpha val="40000"/>
              </a:schemeClr>
            </a:glow>
          </a:effectLst>
        </p:spPr>
      </p:pic>
      <p:sp>
        <p:nvSpPr>
          <p:cNvPr id="10" name="Slide Number Placeholder 3">
            <a:extLst>
              <a:ext uri="{FF2B5EF4-FFF2-40B4-BE49-F238E27FC236}">
                <a16:creationId xmlns:a16="http://schemas.microsoft.com/office/drawing/2014/main" id="{5F441DA5-C3EF-45EA-3D81-B44A13649FA7}"/>
              </a:ext>
            </a:extLst>
          </p:cNvPr>
          <p:cNvSpPr txBox="1">
            <a:spLocks/>
          </p:cNvSpPr>
          <p:nvPr/>
        </p:nvSpPr>
        <p:spPr>
          <a:xfrm>
            <a:off x="11575764" y="6549045"/>
            <a:ext cx="270474" cy="270474"/>
          </a:xfrm>
          <a:prstGeom prst="ellipse">
            <a:avLst/>
          </a:prstGeom>
          <a:solidFill>
            <a:schemeClr val="accent1"/>
          </a:solidFill>
        </p:spPr>
        <p:txBody>
          <a:bodyPr vert="horz" lIns="0" tIns="0" rIns="0" bIns="0" rtlCol="0" anchor="ctr"/>
          <a:lstStyle>
            <a:defPPr>
              <a:defRPr lang="en-US"/>
            </a:defPPr>
            <a:lvl1pPr marL="0" algn="ct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CC7194-A4D0-457B-9D3E-53681723AFF7}" type="slidenum">
              <a:rPr lang="en-US" smtClean="0"/>
              <a:pPr/>
              <a:t>5</a:t>
            </a:fld>
            <a:endParaRPr lang="en-US" dirty="0"/>
          </a:p>
        </p:txBody>
      </p:sp>
    </p:spTree>
    <p:extLst>
      <p:ext uri="{BB962C8B-B14F-4D97-AF65-F5344CB8AC3E}">
        <p14:creationId xmlns:p14="http://schemas.microsoft.com/office/powerpoint/2010/main" val="2949253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0822E43-C110-41B5-9E8C-BBA2A6D7228B}"/>
              </a:ext>
            </a:extLst>
          </p:cNvPr>
          <p:cNvSpPr>
            <a:spLocks noGrp="1"/>
          </p:cNvSpPr>
          <p:nvPr>
            <p:ph type="sldNum" sz="quarter" idx="11"/>
          </p:nvPr>
        </p:nvSpPr>
        <p:spPr/>
        <p:txBody>
          <a:bodyPr/>
          <a:lstStyle/>
          <a:p>
            <a:fld id="{EECC7194-A4D0-457B-9D3E-53681723AFF7}" type="slidenum">
              <a:rPr lang="en-US" smtClean="0"/>
              <a:pPr/>
              <a:t>6</a:t>
            </a:fld>
            <a:endParaRPr lang="en-US" dirty="0"/>
          </a:p>
        </p:txBody>
      </p:sp>
      <p:sp>
        <p:nvSpPr>
          <p:cNvPr id="2" name="Title 1">
            <a:extLst>
              <a:ext uri="{FF2B5EF4-FFF2-40B4-BE49-F238E27FC236}">
                <a16:creationId xmlns:a16="http://schemas.microsoft.com/office/drawing/2014/main" id="{2384CEA7-D60A-47AE-A867-C557D000559F}"/>
              </a:ext>
            </a:extLst>
          </p:cNvPr>
          <p:cNvSpPr>
            <a:spLocks noGrp="1"/>
          </p:cNvSpPr>
          <p:nvPr>
            <p:ph type="title"/>
          </p:nvPr>
        </p:nvSpPr>
        <p:spPr>
          <a:xfrm>
            <a:off x="599268" y="194037"/>
            <a:ext cx="7560000" cy="370166"/>
          </a:xfrm>
        </p:spPr>
        <p:txBody>
          <a:bodyPr/>
          <a:lstStyle/>
          <a:p>
            <a:r>
              <a:rPr lang="en-US" dirty="0"/>
              <a:t>Client requirements</a:t>
            </a:r>
          </a:p>
        </p:txBody>
      </p:sp>
      <p:sp>
        <p:nvSpPr>
          <p:cNvPr id="5" name="object 7" descr="Beige rectangle">
            <a:extLst>
              <a:ext uri="{FF2B5EF4-FFF2-40B4-BE49-F238E27FC236}">
                <a16:creationId xmlns:a16="http://schemas.microsoft.com/office/drawing/2014/main" id="{F173E3BB-F601-4F0E-90AC-4E1473812240}"/>
              </a:ext>
            </a:extLst>
          </p:cNvPr>
          <p:cNvSpPr/>
          <p:nvPr/>
        </p:nvSpPr>
        <p:spPr bwMode="white">
          <a:xfrm flipV="1">
            <a:off x="599268" y="379120"/>
            <a:ext cx="4805245" cy="244994"/>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pic>
        <p:nvPicPr>
          <p:cNvPr id="8" name="Picture 7" descr="A screenshot of a computer&#10;&#10;AI-generated content may be incorrect.">
            <a:extLst>
              <a:ext uri="{FF2B5EF4-FFF2-40B4-BE49-F238E27FC236}">
                <a16:creationId xmlns:a16="http://schemas.microsoft.com/office/drawing/2014/main" id="{AD35A789-66A5-C681-F6C8-05338B2C4649}"/>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91068" y="736979"/>
            <a:ext cx="11832609" cy="6121021"/>
          </a:xfrm>
          <a:prstGeom prst="rect">
            <a:avLst/>
          </a:prstGeom>
          <a:effectLst>
            <a:glow rad="101600">
              <a:schemeClr val="accent2">
                <a:satMod val="175000"/>
                <a:alpha val="40000"/>
              </a:schemeClr>
            </a:glow>
          </a:effectLst>
        </p:spPr>
      </p:pic>
      <p:sp>
        <p:nvSpPr>
          <p:cNvPr id="9" name="Slide Number Placeholder 3">
            <a:extLst>
              <a:ext uri="{FF2B5EF4-FFF2-40B4-BE49-F238E27FC236}">
                <a16:creationId xmlns:a16="http://schemas.microsoft.com/office/drawing/2014/main" id="{F0BF7371-657E-125A-900B-17B94A1295B6}"/>
              </a:ext>
            </a:extLst>
          </p:cNvPr>
          <p:cNvSpPr txBox="1">
            <a:spLocks/>
          </p:cNvSpPr>
          <p:nvPr/>
        </p:nvSpPr>
        <p:spPr>
          <a:xfrm>
            <a:off x="11575764" y="6562486"/>
            <a:ext cx="270474" cy="270474"/>
          </a:xfrm>
          <a:prstGeom prst="ellipse">
            <a:avLst/>
          </a:prstGeom>
          <a:solidFill>
            <a:schemeClr val="accent1"/>
          </a:solidFill>
        </p:spPr>
        <p:txBody>
          <a:bodyPr vert="horz" lIns="0" tIns="0" rIns="0" bIns="0" rtlCol="0" anchor="ctr"/>
          <a:lstStyle>
            <a:defPPr>
              <a:defRPr lang="en-US"/>
            </a:defPPr>
            <a:lvl1pPr marL="0" algn="ct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CC7194-A4D0-457B-9D3E-53681723AFF7}" type="slidenum">
              <a:rPr lang="en-US" smtClean="0"/>
              <a:pPr/>
              <a:t>6</a:t>
            </a:fld>
            <a:endParaRPr lang="en-US" dirty="0"/>
          </a:p>
        </p:txBody>
      </p:sp>
    </p:spTree>
    <p:extLst>
      <p:ext uri="{BB962C8B-B14F-4D97-AF65-F5344CB8AC3E}">
        <p14:creationId xmlns:p14="http://schemas.microsoft.com/office/powerpoint/2010/main" val="1402565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8" name="Picture Placeholder 47" descr="Doctor pointing at CAT scans">
            <a:extLst>
              <a:ext uri="{FF2B5EF4-FFF2-40B4-BE49-F238E27FC236}">
                <a16:creationId xmlns:a16="http://schemas.microsoft.com/office/drawing/2014/main" id="{51DAB4F3-6A41-481C-8A3E-932EDFC9FEDE}"/>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a:xfrm>
            <a:off x="180000" y="179109"/>
            <a:ext cx="11832000" cy="6513922"/>
          </a:xfrm>
        </p:spPr>
      </p:pic>
      <p:sp>
        <p:nvSpPr>
          <p:cNvPr id="51" name="Rectangle 50">
            <a:extLst>
              <a:ext uri="{FF2B5EF4-FFF2-40B4-BE49-F238E27FC236}">
                <a16:creationId xmlns:a16="http://schemas.microsoft.com/office/drawing/2014/main" id="{3CBC84C2-2B48-4B15-A420-8B5F2BDE2398}"/>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180000" y="179109"/>
            <a:ext cx="11832000" cy="6513922"/>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E34E91A8-F608-453C-810A-BE991818063F}"/>
              </a:ext>
            </a:extLst>
          </p:cNvPr>
          <p:cNvSpPr>
            <a:spLocks noGrp="1"/>
          </p:cNvSpPr>
          <p:nvPr>
            <p:ph type="title"/>
          </p:nvPr>
        </p:nvSpPr>
        <p:spPr/>
        <p:txBody>
          <a:bodyPr/>
          <a:lstStyle/>
          <a:p>
            <a:r>
              <a:rPr lang="en-US" dirty="0"/>
              <a:t>hospital outlook</a:t>
            </a:r>
          </a:p>
        </p:txBody>
      </p:sp>
      <p:sp>
        <p:nvSpPr>
          <p:cNvPr id="20" name="Footer Placeholder 19">
            <a:extLst>
              <a:ext uri="{FF2B5EF4-FFF2-40B4-BE49-F238E27FC236}">
                <a16:creationId xmlns:a16="http://schemas.microsoft.com/office/drawing/2014/main" id="{B898379A-942F-47A5-80B4-B1C6F09FCB41}"/>
              </a:ext>
            </a:extLst>
          </p:cNvPr>
          <p:cNvSpPr>
            <a:spLocks noGrp="1"/>
          </p:cNvSpPr>
          <p:nvPr>
            <p:ph type="ftr" sz="quarter" idx="10"/>
          </p:nvPr>
        </p:nvSpPr>
        <p:spPr/>
        <p:txBody>
          <a:bodyPr/>
          <a:lstStyle/>
          <a:p>
            <a:r>
              <a:rPr lang="en-US" dirty="0"/>
              <a:t>* According to a Survey </a:t>
            </a:r>
          </a:p>
        </p:txBody>
      </p:sp>
      <p:sp>
        <p:nvSpPr>
          <p:cNvPr id="4" name="Slide Number Placeholder 3">
            <a:extLst>
              <a:ext uri="{FF2B5EF4-FFF2-40B4-BE49-F238E27FC236}">
                <a16:creationId xmlns:a16="http://schemas.microsoft.com/office/drawing/2014/main" id="{D2DDB908-45C5-4999-982F-0A82DA013F58}"/>
              </a:ext>
            </a:extLst>
          </p:cNvPr>
          <p:cNvSpPr>
            <a:spLocks noGrp="1"/>
          </p:cNvSpPr>
          <p:nvPr>
            <p:ph type="sldNum" sz="quarter" idx="11"/>
          </p:nvPr>
        </p:nvSpPr>
        <p:spPr/>
        <p:txBody>
          <a:bodyPr/>
          <a:lstStyle/>
          <a:p>
            <a:fld id="{EECC7194-A4D0-457B-9D3E-53681723AFF7}" type="slidenum">
              <a:rPr lang="en-US" smtClean="0"/>
              <a:pPr/>
              <a:t>7</a:t>
            </a:fld>
            <a:endParaRPr lang="en-US" dirty="0"/>
          </a:p>
        </p:txBody>
      </p:sp>
      <p:sp>
        <p:nvSpPr>
          <p:cNvPr id="5" name="Text Placeholder 4">
            <a:extLst>
              <a:ext uri="{FF2B5EF4-FFF2-40B4-BE49-F238E27FC236}">
                <a16:creationId xmlns:a16="http://schemas.microsoft.com/office/drawing/2014/main" id="{E2B821A5-5262-4D44-AFEB-D049F229C856}"/>
              </a:ext>
            </a:extLst>
          </p:cNvPr>
          <p:cNvSpPr>
            <a:spLocks noGrp="1"/>
          </p:cNvSpPr>
          <p:nvPr>
            <p:ph type="body" sz="quarter" idx="13"/>
          </p:nvPr>
        </p:nvSpPr>
        <p:spPr>
          <a:xfrm>
            <a:off x="684213" y="3097188"/>
            <a:ext cx="1652587" cy="435600"/>
          </a:xfrm>
        </p:spPr>
        <p:txBody>
          <a:bodyPr/>
          <a:lstStyle/>
          <a:p>
            <a:r>
              <a:rPr lang="en-US" dirty="0"/>
              <a:t>7</a:t>
            </a:r>
          </a:p>
        </p:txBody>
      </p:sp>
      <p:sp>
        <p:nvSpPr>
          <p:cNvPr id="6" name="Text Placeholder 5">
            <a:extLst>
              <a:ext uri="{FF2B5EF4-FFF2-40B4-BE49-F238E27FC236}">
                <a16:creationId xmlns:a16="http://schemas.microsoft.com/office/drawing/2014/main" id="{A327E535-262E-40B8-A9E1-0C08FFD80900}"/>
              </a:ext>
            </a:extLst>
          </p:cNvPr>
          <p:cNvSpPr>
            <a:spLocks noGrp="1"/>
          </p:cNvSpPr>
          <p:nvPr>
            <p:ph type="body" sz="quarter" idx="14"/>
          </p:nvPr>
        </p:nvSpPr>
        <p:spPr>
          <a:xfrm>
            <a:off x="510455" y="3695377"/>
            <a:ext cx="1999889" cy="846137"/>
          </a:xfrm>
        </p:spPr>
        <p:txBody>
          <a:bodyPr/>
          <a:lstStyle/>
          <a:p>
            <a:r>
              <a:rPr lang="en-US" dirty="0"/>
              <a:t>Total Number of Hospital Department</a:t>
            </a:r>
          </a:p>
        </p:txBody>
      </p:sp>
      <p:sp>
        <p:nvSpPr>
          <p:cNvPr id="7" name="Text Placeholder 6">
            <a:extLst>
              <a:ext uri="{FF2B5EF4-FFF2-40B4-BE49-F238E27FC236}">
                <a16:creationId xmlns:a16="http://schemas.microsoft.com/office/drawing/2014/main" id="{030E095F-965E-476E-B681-EE615BECB08B}"/>
              </a:ext>
            </a:extLst>
          </p:cNvPr>
          <p:cNvSpPr>
            <a:spLocks noGrp="1"/>
          </p:cNvSpPr>
          <p:nvPr>
            <p:ph type="body" sz="quarter" idx="15"/>
          </p:nvPr>
        </p:nvSpPr>
        <p:spPr>
          <a:xfrm>
            <a:off x="2971013" y="3097188"/>
            <a:ext cx="1652587" cy="435600"/>
          </a:xfrm>
        </p:spPr>
        <p:txBody>
          <a:bodyPr/>
          <a:lstStyle/>
          <a:p>
            <a:r>
              <a:rPr lang="en-US" dirty="0"/>
              <a:t>7</a:t>
            </a:r>
          </a:p>
        </p:txBody>
      </p:sp>
      <p:sp>
        <p:nvSpPr>
          <p:cNvPr id="8" name="Text Placeholder 7">
            <a:extLst>
              <a:ext uri="{FF2B5EF4-FFF2-40B4-BE49-F238E27FC236}">
                <a16:creationId xmlns:a16="http://schemas.microsoft.com/office/drawing/2014/main" id="{AA5735F7-BDC6-4ACD-B0DE-4AB63D30BA52}"/>
              </a:ext>
            </a:extLst>
          </p:cNvPr>
          <p:cNvSpPr>
            <a:spLocks noGrp="1"/>
          </p:cNvSpPr>
          <p:nvPr>
            <p:ph type="body" sz="quarter" idx="16"/>
          </p:nvPr>
        </p:nvSpPr>
        <p:spPr>
          <a:xfrm>
            <a:off x="2970799" y="3695377"/>
            <a:ext cx="1652801" cy="846137"/>
          </a:xfrm>
        </p:spPr>
        <p:txBody>
          <a:bodyPr/>
          <a:lstStyle/>
          <a:p>
            <a:r>
              <a:rPr lang="en-US" dirty="0"/>
              <a:t>Total Number of Doctors</a:t>
            </a:r>
          </a:p>
        </p:txBody>
      </p:sp>
      <p:sp>
        <p:nvSpPr>
          <p:cNvPr id="9" name="Text Placeholder 8">
            <a:extLst>
              <a:ext uri="{FF2B5EF4-FFF2-40B4-BE49-F238E27FC236}">
                <a16:creationId xmlns:a16="http://schemas.microsoft.com/office/drawing/2014/main" id="{F405F6BC-5682-4AA1-9F61-DDF021E685B0}"/>
              </a:ext>
            </a:extLst>
          </p:cNvPr>
          <p:cNvSpPr>
            <a:spLocks noGrp="1"/>
          </p:cNvSpPr>
          <p:nvPr>
            <p:ph type="body" sz="quarter" idx="17"/>
          </p:nvPr>
        </p:nvSpPr>
        <p:spPr>
          <a:xfrm>
            <a:off x="5269707" y="3097188"/>
            <a:ext cx="1652587" cy="435600"/>
          </a:xfrm>
        </p:spPr>
        <p:txBody>
          <a:bodyPr/>
          <a:lstStyle/>
          <a:p>
            <a:r>
              <a:rPr lang="en-US" dirty="0"/>
              <a:t>5500</a:t>
            </a:r>
          </a:p>
        </p:txBody>
      </p:sp>
      <p:sp>
        <p:nvSpPr>
          <p:cNvPr id="10" name="Text Placeholder 9">
            <a:extLst>
              <a:ext uri="{FF2B5EF4-FFF2-40B4-BE49-F238E27FC236}">
                <a16:creationId xmlns:a16="http://schemas.microsoft.com/office/drawing/2014/main" id="{37BC20BC-85E6-48CD-B755-5D4149953C3B}"/>
              </a:ext>
            </a:extLst>
          </p:cNvPr>
          <p:cNvSpPr>
            <a:spLocks noGrp="1"/>
          </p:cNvSpPr>
          <p:nvPr>
            <p:ph type="body" sz="quarter" idx="18"/>
          </p:nvPr>
        </p:nvSpPr>
        <p:spPr>
          <a:xfrm>
            <a:off x="5269600" y="3695377"/>
            <a:ext cx="1652801" cy="846137"/>
          </a:xfrm>
        </p:spPr>
        <p:txBody>
          <a:bodyPr/>
          <a:lstStyle/>
          <a:p>
            <a:r>
              <a:rPr lang="en-US" dirty="0"/>
              <a:t>Total Number of Admissions</a:t>
            </a:r>
          </a:p>
        </p:txBody>
      </p:sp>
      <p:sp>
        <p:nvSpPr>
          <p:cNvPr id="11" name="Text Placeholder 10">
            <a:extLst>
              <a:ext uri="{FF2B5EF4-FFF2-40B4-BE49-F238E27FC236}">
                <a16:creationId xmlns:a16="http://schemas.microsoft.com/office/drawing/2014/main" id="{DDFBC7A3-AAE6-4502-9D44-F253ED1E8F97}"/>
              </a:ext>
            </a:extLst>
          </p:cNvPr>
          <p:cNvSpPr>
            <a:spLocks noGrp="1"/>
          </p:cNvSpPr>
          <p:nvPr>
            <p:ph type="body" sz="quarter" idx="19"/>
          </p:nvPr>
        </p:nvSpPr>
        <p:spPr>
          <a:xfrm>
            <a:off x="7544613" y="3097188"/>
            <a:ext cx="1652587" cy="435600"/>
          </a:xfrm>
        </p:spPr>
        <p:txBody>
          <a:bodyPr/>
          <a:lstStyle/>
          <a:p>
            <a:r>
              <a:rPr lang="en-US" dirty="0"/>
              <a:t>456.44 L</a:t>
            </a:r>
          </a:p>
        </p:txBody>
      </p:sp>
      <p:sp>
        <p:nvSpPr>
          <p:cNvPr id="12" name="Text Placeholder 11">
            <a:extLst>
              <a:ext uri="{FF2B5EF4-FFF2-40B4-BE49-F238E27FC236}">
                <a16:creationId xmlns:a16="http://schemas.microsoft.com/office/drawing/2014/main" id="{DC6EAD81-841A-483E-9B44-512A1470E471}"/>
              </a:ext>
            </a:extLst>
          </p:cNvPr>
          <p:cNvSpPr>
            <a:spLocks noGrp="1"/>
          </p:cNvSpPr>
          <p:nvPr>
            <p:ph type="body" sz="quarter" idx="20"/>
          </p:nvPr>
        </p:nvSpPr>
        <p:spPr>
          <a:xfrm>
            <a:off x="7370855" y="3695377"/>
            <a:ext cx="1999889" cy="846137"/>
          </a:xfrm>
        </p:spPr>
        <p:txBody>
          <a:bodyPr/>
          <a:lstStyle/>
          <a:p>
            <a:r>
              <a:rPr lang="en-US" dirty="0"/>
              <a:t>Total Number of Bill Amount</a:t>
            </a:r>
          </a:p>
        </p:txBody>
      </p:sp>
      <p:sp>
        <p:nvSpPr>
          <p:cNvPr id="13" name="Text Placeholder 12">
            <a:extLst>
              <a:ext uri="{FF2B5EF4-FFF2-40B4-BE49-F238E27FC236}">
                <a16:creationId xmlns:a16="http://schemas.microsoft.com/office/drawing/2014/main" id="{E10C0A43-6ED0-45F1-9DF9-5F2F32278B15}"/>
              </a:ext>
            </a:extLst>
          </p:cNvPr>
          <p:cNvSpPr>
            <a:spLocks noGrp="1"/>
          </p:cNvSpPr>
          <p:nvPr>
            <p:ph type="body" sz="quarter" idx="21"/>
          </p:nvPr>
        </p:nvSpPr>
        <p:spPr>
          <a:xfrm>
            <a:off x="9831412" y="3097188"/>
            <a:ext cx="1652587" cy="435600"/>
          </a:xfrm>
        </p:spPr>
        <p:txBody>
          <a:bodyPr/>
          <a:lstStyle/>
          <a:p>
            <a:r>
              <a:rPr lang="en-US" dirty="0"/>
              <a:t>3.04</a:t>
            </a:r>
          </a:p>
        </p:txBody>
      </p:sp>
      <p:sp>
        <p:nvSpPr>
          <p:cNvPr id="14" name="Text Placeholder 13">
            <a:extLst>
              <a:ext uri="{FF2B5EF4-FFF2-40B4-BE49-F238E27FC236}">
                <a16:creationId xmlns:a16="http://schemas.microsoft.com/office/drawing/2014/main" id="{978028AA-13B5-4B26-947A-231084A75CD1}"/>
              </a:ext>
            </a:extLst>
          </p:cNvPr>
          <p:cNvSpPr>
            <a:spLocks noGrp="1"/>
          </p:cNvSpPr>
          <p:nvPr>
            <p:ph type="body" sz="quarter" idx="22"/>
          </p:nvPr>
        </p:nvSpPr>
        <p:spPr>
          <a:xfrm>
            <a:off x="9657654" y="3695377"/>
            <a:ext cx="1999889" cy="846137"/>
          </a:xfrm>
        </p:spPr>
        <p:txBody>
          <a:bodyPr/>
          <a:lstStyle/>
          <a:p>
            <a:r>
              <a:rPr lang="en-US" dirty="0"/>
              <a:t>Average Feedback Score by Doctors</a:t>
            </a:r>
          </a:p>
        </p:txBody>
      </p:sp>
      <p:sp>
        <p:nvSpPr>
          <p:cNvPr id="15" name="Subtitle 14">
            <a:extLst>
              <a:ext uri="{FF2B5EF4-FFF2-40B4-BE49-F238E27FC236}">
                <a16:creationId xmlns:a16="http://schemas.microsoft.com/office/drawing/2014/main" id="{65657426-6073-47AB-BB7D-5ED2CAFD6BF2}"/>
              </a:ext>
            </a:extLst>
          </p:cNvPr>
          <p:cNvSpPr>
            <a:spLocks noGrp="1"/>
          </p:cNvSpPr>
          <p:nvPr>
            <p:ph type="subTitle" idx="1"/>
          </p:nvPr>
        </p:nvSpPr>
        <p:spPr>
          <a:xfrm>
            <a:off x="5101000" y="5137535"/>
            <a:ext cx="1990001" cy="620016"/>
          </a:xfrm>
        </p:spPr>
        <p:txBody>
          <a:bodyPr/>
          <a:lstStyle/>
          <a:p>
            <a:r>
              <a:rPr lang="en-US" dirty="0"/>
              <a:t>Records</a:t>
            </a:r>
          </a:p>
        </p:txBody>
      </p:sp>
      <p:pic>
        <p:nvPicPr>
          <p:cNvPr id="56" name="Picture Placeholder 55" descr="Stethoscope">
            <a:extLst>
              <a:ext uri="{FF2B5EF4-FFF2-40B4-BE49-F238E27FC236}">
                <a16:creationId xmlns:a16="http://schemas.microsoft.com/office/drawing/2014/main" id="{5CABC6B7-0A04-4890-B978-4D4F54B3CDC3}"/>
              </a:ext>
            </a:extLst>
          </p:cNvPr>
          <p:cNvPicPr>
            <a:picLocks noGrp="1" noChangeAspect="1"/>
          </p:cNvPicPr>
          <p:nvPr>
            <p:ph type="pic" sz="quarter" idx="26"/>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a:stretch>
        </p:blipFill>
        <p:spPr>
          <a:xfrm>
            <a:off x="3509199" y="2321555"/>
            <a:ext cx="576000" cy="576000"/>
          </a:xfrm>
        </p:spPr>
      </p:pic>
      <p:sp>
        <p:nvSpPr>
          <p:cNvPr id="19" name="object 7" descr="Beige rectangle">
            <a:extLst>
              <a:ext uri="{FF2B5EF4-FFF2-40B4-BE49-F238E27FC236}">
                <a16:creationId xmlns:a16="http://schemas.microsoft.com/office/drawing/2014/main" id="{9B6BE182-7444-49DA-B6FA-215DD68D50CA}"/>
              </a:ext>
            </a:extLst>
          </p:cNvPr>
          <p:cNvSpPr/>
          <p:nvPr/>
        </p:nvSpPr>
        <p:spPr bwMode="white">
          <a:xfrm>
            <a:off x="722099" y="1322787"/>
            <a:ext cx="4104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cxnSp>
        <p:nvCxnSpPr>
          <p:cNvPr id="54" name="Straight Connector 53">
            <a:extLst>
              <a:ext uri="{FF2B5EF4-FFF2-40B4-BE49-F238E27FC236}">
                <a16:creationId xmlns:a16="http://schemas.microsoft.com/office/drawing/2014/main" id="{CC6D3F76-4C60-4559-AE48-60D6FBDC4B83}"/>
              </a:ext>
              <a:ext uri="{C183D7F6-B498-43B3-948B-1728B52AA6E4}">
                <adec:decorative xmlns:adec="http://schemas.microsoft.com/office/drawing/2017/decorative" val="1"/>
              </a:ext>
            </a:extLst>
          </p:cNvPr>
          <p:cNvCxnSpPr>
            <a:cxnSpLocks/>
          </p:cNvCxnSpPr>
          <p:nvPr/>
        </p:nvCxnSpPr>
        <p:spPr>
          <a:xfrm flipV="1">
            <a:off x="3759100" y="4527746"/>
            <a:ext cx="0" cy="311308"/>
          </a:xfrm>
          <a:prstGeom prst="line">
            <a:avLst/>
          </a:prstGeom>
          <a:ln w="3175">
            <a:solidFill>
              <a:schemeClr val="bg2"/>
            </a:solidFill>
            <a:tailEnd type="oval" w="sm" len="sm"/>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CA93ACF-485A-4938-9815-8D5DFE3128D2}"/>
              </a:ext>
              <a:ext uri="{C183D7F6-B498-43B3-948B-1728B52AA6E4}">
                <adec:decorative xmlns:adec="http://schemas.microsoft.com/office/drawing/2017/decorative" val="1"/>
              </a:ext>
            </a:extLst>
          </p:cNvPr>
          <p:cNvCxnSpPr>
            <a:cxnSpLocks/>
          </p:cNvCxnSpPr>
          <p:nvPr/>
        </p:nvCxnSpPr>
        <p:spPr>
          <a:xfrm flipV="1">
            <a:off x="6096000" y="4527746"/>
            <a:ext cx="1" cy="311308"/>
          </a:xfrm>
          <a:prstGeom prst="line">
            <a:avLst/>
          </a:prstGeom>
          <a:ln w="3175">
            <a:solidFill>
              <a:schemeClr val="bg2"/>
            </a:solidFill>
            <a:tailEnd type="oval" w="sm" len="sm"/>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8070A33-7382-44AE-AC77-685B09986FA1}"/>
              </a:ext>
              <a:ext uri="{C183D7F6-B498-43B3-948B-1728B52AA6E4}">
                <adec:decorative xmlns:adec="http://schemas.microsoft.com/office/drawing/2017/decorative" val="1"/>
              </a:ext>
            </a:extLst>
          </p:cNvPr>
          <p:cNvCxnSpPr>
            <a:cxnSpLocks/>
          </p:cNvCxnSpPr>
          <p:nvPr/>
        </p:nvCxnSpPr>
        <p:spPr>
          <a:xfrm flipV="1">
            <a:off x="8332700" y="4527746"/>
            <a:ext cx="0" cy="311308"/>
          </a:xfrm>
          <a:prstGeom prst="line">
            <a:avLst/>
          </a:prstGeom>
          <a:ln w="3175">
            <a:solidFill>
              <a:schemeClr val="bg2"/>
            </a:solidFill>
            <a:tailEnd type="oval" w="sm" len="sm"/>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id="{79784603-2F8F-493A-894B-9ECFC35876FE}"/>
              </a:ext>
              <a:ext uri="{C183D7F6-B498-43B3-948B-1728B52AA6E4}">
                <adec:decorative xmlns:adec="http://schemas.microsoft.com/office/drawing/2017/decorative" val="1"/>
              </a:ext>
            </a:extLst>
          </p:cNvPr>
          <p:cNvSpPr/>
          <p:nvPr/>
        </p:nvSpPr>
        <p:spPr>
          <a:xfrm>
            <a:off x="5281478" y="5747713"/>
            <a:ext cx="1629044"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2" name="Connector: Elbow 61">
            <a:extLst>
              <a:ext uri="{FF2B5EF4-FFF2-40B4-BE49-F238E27FC236}">
                <a16:creationId xmlns:a16="http://schemas.microsoft.com/office/drawing/2014/main" id="{9A6C85E8-3D95-45FE-A577-C08E6E920D70}"/>
              </a:ext>
              <a:ext uri="{C183D7F6-B498-43B3-948B-1728B52AA6E4}">
                <adec:decorative xmlns:adec="http://schemas.microsoft.com/office/drawing/2017/decorative" val="1"/>
              </a:ext>
            </a:extLst>
          </p:cNvPr>
          <p:cNvCxnSpPr>
            <a:cxnSpLocks/>
            <a:stCxn id="6" idx="2"/>
            <a:endCxn id="15" idx="0"/>
          </p:cNvCxnSpPr>
          <p:nvPr/>
        </p:nvCxnSpPr>
        <p:spPr>
          <a:xfrm rot="16200000" flipH="1">
            <a:off x="3505190" y="2546723"/>
            <a:ext cx="596021" cy="4585601"/>
          </a:xfrm>
          <a:prstGeom prst="bentConnector3">
            <a:avLst>
              <a:gd name="adj1" fmla="val 50000"/>
            </a:avLst>
          </a:prstGeom>
          <a:ln w="3175">
            <a:solidFill>
              <a:schemeClr val="bg2"/>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F1BB5F7E-073B-4BF0-8FA1-F724BA8DB3D0}"/>
              </a:ext>
              <a:ext uri="{C183D7F6-B498-43B3-948B-1728B52AA6E4}">
                <adec:decorative xmlns:adec="http://schemas.microsoft.com/office/drawing/2017/decorative" val="1"/>
              </a:ext>
            </a:extLst>
          </p:cNvPr>
          <p:cNvCxnSpPr>
            <a:cxnSpLocks/>
            <a:stCxn id="14" idx="2"/>
            <a:endCxn id="15" idx="0"/>
          </p:cNvCxnSpPr>
          <p:nvPr/>
        </p:nvCxnSpPr>
        <p:spPr>
          <a:xfrm rot="5400000">
            <a:off x="8078790" y="2558725"/>
            <a:ext cx="596021" cy="4561598"/>
          </a:xfrm>
          <a:prstGeom prst="bentConnector3">
            <a:avLst>
              <a:gd name="adj1" fmla="val 50000"/>
            </a:avLst>
          </a:prstGeom>
          <a:ln w="3175">
            <a:solidFill>
              <a:schemeClr val="bg2"/>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E2935599-B9F0-4312-864E-F6E3EF1AAC8E}"/>
              </a:ext>
              <a:ext uri="{C183D7F6-B498-43B3-948B-1728B52AA6E4}">
                <adec:decorative xmlns:adec="http://schemas.microsoft.com/office/drawing/2017/decorative" val="1"/>
              </a:ext>
            </a:extLst>
          </p:cNvPr>
          <p:cNvGrpSpPr>
            <a:grpSpLocks noChangeAspect="1"/>
          </p:cNvGrpSpPr>
          <p:nvPr/>
        </p:nvGrpSpPr>
        <p:grpSpPr>
          <a:xfrm>
            <a:off x="3380336" y="2224959"/>
            <a:ext cx="896287" cy="745643"/>
            <a:chOff x="1824638" y="1733550"/>
            <a:chExt cx="1192959" cy="992451"/>
          </a:xfrm>
        </p:grpSpPr>
        <p:sp>
          <p:nvSpPr>
            <p:cNvPr id="31" name="Rectangle 30">
              <a:extLst>
                <a:ext uri="{FF2B5EF4-FFF2-40B4-BE49-F238E27FC236}">
                  <a16:creationId xmlns:a16="http://schemas.microsoft.com/office/drawing/2014/main" id="{56718F85-02C5-4814-847B-818C8CCE6A2E}"/>
                </a:ext>
              </a:extLst>
            </p:cNvPr>
            <p:cNvSpPr/>
            <p:nvPr/>
          </p:nvSpPr>
          <p:spPr>
            <a:xfrm>
              <a:off x="1824638" y="1733550"/>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6B5C2063-3BBD-48BC-BDD6-D5E9563B1934}"/>
                </a:ext>
              </a:extLst>
            </p:cNvPr>
            <p:cNvSpPr/>
            <p:nvPr/>
          </p:nvSpPr>
          <p:spPr>
            <a:xfrm>
              <a:off x="1925901" y="1819672"/>
              <a:ext cx="1091696"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3" name="Group 32">
            <a:extLst>
              <a:ext uri="{FF2B5EF4-FFF2-40B4-BE49-F238E27FC236}">
                <a16:creationId xmlns:a16="http://schemas.microsoft.com/office/drawing/2014/main" id="{5E2C35B1-F420-4244-8B67-EA845C8CAF53}"/>
              </a:ext>
              <a:ext uri="{C183D7F6-B498-43B3-948B-1728B52AA6E4}">
                <adec:decorative xmlns:adec="http://schemas.microsoft.com/office/drawing/2017/decorative" val="1"/>
              </a:ext>
            </a:extLst>
          </p:cNvPr>
          <p:cNvGrpSpPr>
            <a:grpSpLocks noChangeAspect="1"/>
          </p:cNvGrpSpPr>
          <p:nvPr/>
        </p:nvGrpSpPr>
        <p:grpSpPr>
          <a:xfrm flipH="1">
            <a:off x="7914029" y="2224959"/>
            <a:ext cx="896287" cy="745643"/>
            <a:chOff x="1824638" y="1733550"/>
            <a:chExt cx="1192959" cy="992451"/>
          </a:xfrm>
        </p:grpSpPr>
        <p:sp>
          <p:nvSpPr>
            <p:cNvPr id="34" name="Rectangle 33">
              <a:extLst>
                <a:ext uri="{FF2B5EF4-FFF2-40B4-BE49-F238E27FC236}">
                  <a16:creationId xmlns:a16="http://schemas.microsoft.com/office/drawing/2014/main" id="{35DB04D1-9BD5-4C35-8B33-0432F97A6012}"/>
                </a:ext>
              </a:extLst>
            </p:cNvPr>
            <p:cNvSpPr/>
            <p:nvPr/>
          </p:nvSpPr>
          <p:spPr>
            <a:xfrm>
              <a:off x="1824638" y="1733550"/>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3C23B33E-1386-44B0-B24A-50A8F9B55FFD}"/>
                </a:ext>
              </a:extLst>
            </p:cNvPr>
            <p:cNvSpPr/>
            <p:nvPr/>
          </p:nvSpPr>
          <p:spPr>
            <a:xfrm>
              <a:off x="1925901" y="1819672"/>
              <a:ext cx="1091696"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6" name="Group 35">
            <a:extLst>
              <a:ext uri="{FF2B5EF4-FFF2-40B4-BE49-F238E27FC236}">
                <a16:creationId xmlns:a16="http://schemas.microsoft.com/office/drawing/2014/main" id="{645F4DD1-5663-4019-891C-8821ED8ACA9F}"/>
              </a:ext>
              <a:ext uri="{C183D7F6-B498-43B3-948B-1728B52AA6E4}">
                <adec:decorative xmlns:adec="http://schemas.microsoft.com/office/drawing/2017/decorative" val="1"/>
              </a:ext>
            </a:extLst>
          </p:cNvPr>
          <p:cNvGrpSpPr>
            <a:grpSpLocks noChangeAspect="1"/>
          </p:cNvGrpSpPr>
          <p:nvPr/>
        </p:nvGrpSpPr>
        <p:grpSpPr>
          <a:xfrm>
            <a:off x="5723178" y="2223240"/>
            <a:ext cx="745643" cy="745643"/>
            <a:chOff x="5482999" y="1607028"/>
            <a:chExt cx="1200866" cy="1200866"/>
          </a:xfrm>
        </p:grpSpPr>
        <p:sp>
          <p:nvSpPr>
            <p:cNvPr id="37" name="Rectangle 36">
              <a:extLst>
                <a:ext uri="{FF2B5EF4-FFF2-40B4-BE49-F238E27FC236}">
                  <a16:creationId xmlns:a16="http://schemas.microsoft.com/office/drawing/2014/main" id="{9AAD7458-0E1F-4289-885E-7991DEFE6E7D}"/>
                </a:ext>
              </a:extLst>
            </p:cNvPr>
            <p:cNvSpPr/>
            <p:nvPr/>
          </p:nvSpPr>
          <p:spPr>
            <a:xfrm>
              <a:off x="5587207" y="1711236"/>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2C5F22B3-BA39-4DDB-9CD2-F9F1183608D0}"/>
                </a:ext>
              </a:extLst>
            </p:cNvPr>
            <p:cNvSpPr/>
            <p:nvPr/>
          </p:nvSpPr>
          <p:spPr>
            <a:xfrm>
              <a:off x="5482999" y="1607028"/>
              <a:ext cx="1200866" cy="1200866"/>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 name="Group 1">
            <a:extLst>
              <a:ext uri="{FF2B5EF4-FFF2-40B4-BE49-F238E27FC236}">
                <a16:creationId xmlns:a16="http://schemas.microsoft.com/office/drawing/2014/main" id="{7ACC6B18-DB03-4AC5-B015-6374FF16D1E5}"/>
              </a:ext>
              <a:ext uri="{C183D7F6-B498-43B3-948B-1728B52AA6E4}">
                <adec:decorative xmlns:adec="http://schemas.microsoft.com/office/drawing/2017/decorative" val="1"/>
              </a:ext>
            </a:extLst>
          </p:cNvPr>
          <p:cNvGrpSpPr>
            <a:grpSpLocks noChangeAspect="1"/>
          </p:cNvGrpSpPr>
          <p:nvPr/>
        </p:nvGrpSpPr>
        <p:grpSpPr>
          <a:xfrm>
            <a:off x="10310145" y="2224959"/>
            <a:ext cx="926876" cy="745643"/>
            <a:chOff x="7901577" y="2268089"/>
            <a:chExt cx="926876" cy="745643"/>
          </a:xfrm>
        </p:grpSpPr>
        <p:sp>
          <p:nvSpPr>
            <p:cNvPr id="44" name="Rectangle 43">
              <a:extLst>
                <a:ext uri="{FF2B5EF4-FFF2-40B4-BE49-F238E27FC236}">
                  <a16:creationId xmlns:a16="http://schemas.microsoft.com/office/drawing/2014/main" id="{FBAA099B-7326-44B7-B125-672BA72A6C05}"/>
                </a:ext>
              </a:extLst>
            </p:cNvPr>
            <p:cNvSpPr/>
            <p:nvPr/>
          </p:nvSpPr>
          <p:spPr>
            <a:xfrm flipH="1">
              <a:off x="8516862" y="2268089"/>
              <a:ext cx="311591" cy="745643"/>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06107D1A-01D9-4CE4-9A22-FC55274F17C6}"/>
                </a:ext>
              </a:extLst>
            </p:cNvPr>
            <p:cNvSpPr/>
            <p:nvPr/>
          </p:nvSpPr>
          <p:spPr>
            <a:xfrm flipH="1">
              <a:off x="7901577" y="2332794"/>
              <a:ext cx="781787" cy="616234"/>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7" name="Group 46">
            <a:extLst>
              <a:ext uri="{FF2B5EF4-FFF2-40B4-BE49-F238E27FC236}">
                <a16:creationId xmlns:a16="http://schemas.microsoft.com/office/drawing/2014/main" id="{95074261-BBC0-4AF3-AF09-C64386DBB2CF}"/>
              </a:ext>
              <a:ext uri="{C183D7F6-B498-43B3-948B-1728B52AA6E4}">
                <adec:decorative xmlns:adec="http://schemas.microsoft.com/office/drawing/2017/decorative" val="1"/>
              </a:ext>
            </a:extLst>
          </p:cNvPr>
          <p:cNvGrpSpPr>
            <a:grpSpLocks noChangeAspect="1"/>
          </p:cNvGrpSpPr>
          <p:nvPr/>
        </p:nvGrpSpPr>
        <p:grpSpPr>
          <a:xfrm flipH="1">
            <a:off x="949886" y="2224959"/>
            <a:ext cx="926876" cy="745643"/>
            <a:chOff x="7901577" y="2268089"/>
            <a:chExt cx="926876" cy="745643"/>
          </a:xfrm>
        </p:grpSpPr>
        <p:sp>
          <p:nvSpPr>
            <p:cNvPr id="50" name="Rectangle 49">
              <a:extLst>
                <a:ext uri="{FF2B5EF4-FFF2-40B4-BE49-F238E27FC236}">
                  <a16:creationId xmlns:a16="http://schemas.microsoft.com/office/drawing/2014/main" id="{C4BF8F4D-C494-48D1-8EDB-FE34A665FBEE}"/>
                </a:ext>
              </a:extLst>
            </p:cNvPr>
            <p:cNvSpPr/>
            <p:nvPr/>
          </p:nvSpPr>
          <p:spPr>
            <a:xfrm flipH="1">
              <a:off x="8516862" y="2268089"/>
              <a:ext cx="311591" cy="745643"/>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EF7A8167-402E-4636-8949-042E663C233E}"/>
                </a:ext>
              </a:extLst>
            </p:cNvPr>
            <p:cNvSpPr/>
            <p:nvPr/>
          </p:nvSpPr>
          <p:spPr>
            <a:xfrm flipH="1">
              <a:off x="7901577" y="2332794"/>
              <a:ext cx="781787" cy="616234"/>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6" name="Graphic 107" descr="Sleep with solid fill">
            <a:extLst>
              <a:ext uri="{FF2B5EF4-FFF2-40B4-BE49-F238E27FC236}">
                <a16:creationId xmlns:a16="http://schemas.microsoft.com/office/drawing/2014/main" id="{D14FF458-7F56-8C92-DC7B-4F9A9923C09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07326" y="2321555"/>
            <a:ext cx="576000" cy="576000"/>
          </a:xfrm>
          <a:prstGeom prst="rect">
            <a:avLst/>
          </a:prstGeom>
        </p:spPr>
      </p:pic>
      <p:pic>
        <p:nvPicPr>
          <p:cNvPr id="22" name="Graphic 21" descr="Schoolhouse with solid fill">
            <a:extLst>
              <a:ext uri="{FF2B5EF4-FFF2-40B4-BE49-F238E27FC236}">
                <a16:creationId xmlns:a16="http://schemas.microsoft.com/office/drawing/2014/main" id="{C28BAE0C-2D42-B393-AEDD-7C299C2AA69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40399" y="2321555"/>
            <a:ext cx="576000" cy="576000"/>
          </a:xfrm>
          <a:prstGeom prst="rect">
            <a:avLst/>
          </a:prstGeom>
        </p:spPr>
      </p:pic>
      <p:pic>
        <p:nvPicPr>
          <p:cNvPr id="26" name="Graphic 25" descr="Bar chart with solid fill">
            <a:extLst>
              <a:ext uri="{FF2B5EF4-FFF2-40B4-BE49-F238E27FC236}">
                <a16:creationId xmlns:a16="http://schemas.microsoft.com/office/drawing/2014/main" id="{F67D7806-DD15-3154-E25D-4A22E622D67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413038" y="2323655"/>
            <a:ext cx="576000" cy="576000"/>
          </a:xfrm>
          <a:prstGeom prst="rect">
            <a:avLst/>
          </a:prstGeom>
        </p:spPr>
      </p:pic>
      <p:pic>
        <p:nvPicPr>
          <p:cNvPr id="41" name="Graphic 40" descr="Money with solid fill">
            <a:extLst>
              <a:ext uri="{FF2B5EF4-FFF2-40B4-BE49-F238E27FC236}">
                <a16:creationId xmlns:a16="http://schemas.microsoft.com/office/drawing/2014/main" id="{37C62DF8-AF17-06BD-AB3E-C74FA4E1AD1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149495" y="2281775"/>
            <a:ext cx="576000" cy="576000"/>
          </a:xfrm>
          <a:prstGeom prst="rect">
            <a:avLst/>
          </a:prstGeom>
        </p:spPr>
      </p:pic>
    </p:spTree>
    <p:extLst>
      <p:ext uri="{BB962C8B-B14F-4D97-AF65-F5344CB8AC3E}">
        <p14:creationId xmlns:p14="http://schemas.microsoft.com/office/powerpoint/2010/main" val="680728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Picture Placeholder 64" descr="Man with cane with solid fill">
            <a:extLst>
              <a:ext uri="{FF2B5EF4-FFF2-40B4-BE49-F238E27FC236}">
                <a16:creationId xmlns:a16="http://schemas.microsoft.com/office/drawing/2014/main" id="{FCF0BE12-A8CB-97A8-BDFA-EE07F46A9D99}"/>
              </a:ext>
            </a:extLst>
          </p:cNvPr>
          <p:cNvPicPr>
            <a:picLocks noGrp="1" noChangeAspect="1"/>
          </p:cNvPicPr>
          <p:nvPr>
            <p:ph type="pic" sz="quarter" idx="12"/>
          </p:nvPr>
        </p:nvPicPr>
        <p:blipFill>
          <a:blip r:embed="rId2">
            <a:extLst>
              <a:ext uri="{96DAC541-7B7A-43D3-8B79-37D633B846F1}">
                <asvg:svgBlip xmlns:asvg="http://schemas.microsoft.com/office/drawing/2016/SVG/main" r:embed="rId3"/>
              </a:ext>
            </a:extLst>
          </a:blip>
          <a:srcRect t="22478" b="22478"/>
          <a:stretch>
            <a:fillRect/>
          </a:stretch>
        </p:blipFill>
        <p:spPr/>
      </p:pic>
      <p:sp>
        <p:nvSpPr>
          <p:cNvPr id="3" name="Title 2">
            <a:extLst>
              <a:ext uri="{FF2B5EF4-FFF2-40B4-BE49-F238E27FC236}">
                <a16:creationId xmlns:a16="http://schemas.microsoft.com/office/drawing/2014/main" id="{D0AC0C03-110C-4F17-EF25-635038C91210}"/>
              </a:ext>
            </a:extLst>
          </p:cNvPr>
          <p:cNvSpPr>
            <a:spLocks noGrp="1"/>
          </p:cNvSpPr>
          <p:nvPr>
            <p:ph type="title"/>
          </p:nvPr>
        </p:nvSpPr>
        <p:spPr/>
        <p:txBody>
          <a:bodyPr/>
          <a:lstStyle/>
          <a:p>
            <a:endParaRPr lang="en-IN"/>
          </a:p>
        </p:txBody>
      </p:sp>
      <p:sp>
        <p:nvSpPr>
          <p:cNvPr id="4" name="Slide Number Placeholder 3">
            <a:extLst>
              <a:ext uri="{FF2B5EF4-FFF2-40B4-BE49-F238E27FC236}">
                <a16:creationId xmlns:a16="http://schemas.microsoft.com/office/drawing/2014/main" id="{F8FDCD1F-2DB8-2443-D104-BE5E6DBDF870}"/>
              </a:ext>
            </a:extLst>
          </p:cNvPr>
          <p:cNvSpPr>
            <a:spLocks noGrp="1"/>
          </p:cNvSpPr>
          <p:nvPr>
            <p:ph type="sldNum" sz="quarter" idx="11"/>
          </p:nvPr>
        </p:nvSpPr>
        <p:spPr/>
        <p:txBody>
          <a:bodyPr/>
          <a:lstStyle/>
          <a:p>
            <a:fld id="{EECC7194-A4D0-457B-9D3E-53681723AFF7}" type="slidenum">
              <a:rPr lang="en-US" smtClean="0"/>
              <a:pPr/>
              <a:t>8</a:t>
            </a:fld>
            <a:endParaRPr lang="en-US" dirty="0"/>
          </a:p>
        </p:txBody>
      </p:sp>
      <p:sp>
        <p:nvSpPr>
          <p:cNvPr id="5" name="Text Placeholder 4">
            <a:extLst>
              <a:ext uri="{FF2B5EF4-FFF2-40B4-BE49-F238E27FC236}">
                <a16:creationId xmlns:a16="http://schemas.microsoft.com/office/drawing/2014/main" id="{50E98429-BE14-15C1-A7FC-3338480A0E5D}"/>
              </a:ext>
            </a:extLst>
          </p:cNvPr>
          <p:cNvSpPr>
            <a:spLocks noGrp="1"/>
          </p:cNvSpPr>
          <p:nvPr>
            <p:ph type="body" sz="quarter" idx="13"/>
          </p:nvPr>
        </p:nvSpPr>
        <p:spPr/>
        <p:txBody>
          <a:bodyPr/>
          <a:lstStyle/>
          <a:p>
            <a:endParaRPr lang="en-IN"/>
          </a:p>
        </p:txBody>
      </p:sp>
      <p:sp>
        <p:nvSpPr>
          <p:cNvPr id="6" name="Text Placeholder 5">
            <a:extLst>
              <a:ext uri="{FF2B5EF4-FFF2-40B4-BE49-F238E27FC236}">
                <a16:creationId xmlns:a16="http://schemas.microsoft.com/office/drawing/2014/main" id="{E6E80F35-5171-0255-BDCE-82BB11F7FC8C}"/>
              </a:ext>
            </a:extLst>
          </p:cNvPr>
          <p:cNvSpPr>
            <a:spLocks noGrp="1"/>
          </p:cNvSpPr>
          <p:nvPr>
            <p:ph type="body" sz="quarter" idx="14"/>
          </p:nvPr>
        </p:nvSpPr>
        <p:spPr/>
        <p:txBody>
          <a:bodyPr/>
          <a:lstStyle/>
          <a:p>
            <a:endParaRPr lang="en-IN"/>
          </a:p>
        </p:txBody>
      </p:sp>
      <p:sp>
        <p:nvSpPr>
          <p:cNvPr id="7" name="Text Placeholder 6">
            <a:extLst>
              <a:ext uri="{FF2B5EF4-FFF2-40B4-BE49-F238E27FC236}">
                <a16:creationId xmlns:a16="http://schemas.microsoft.com/office/drawing/2014/main" id="{68F4A944-ADC4-5827-46C2-FADBC9A5009A}"/>
              </a:ext>
            </a:extLst>
          </p:cNvPr>
          <p:cNvSpPr>
            <a:spLocks noGrp="1"/>
          </p:cNvSpPr>
          <p:nvPr>
            <p:ph type="body" sz="quarter" idx="15"/>
          </p:nvPr>
        </p:nvSpPr>
        <p:spPr/>
        <p:txBody>
          <a:bodyPr/>
          <a:lstStyle/>
          <a:p>
            <a:endParaRPr lang="en-IN"/>
          </a:p>
        </p:txBody>
      </p:sp>
      <p:sp>
        <p:nvSpPr>
          <p:cNvPr id="8" name="Text Placeholder 7">
            <a:extLst>
              <a:ext uri="{FF2B5EF4-FFF2-40B4-BE49-F238E27FC236}">
                <a16:creationId xmlns:a16="http://schemas.microsoft.com/office/drawing/2014/main" id="{43DD603A-647B-BA68-0586-55E581478411}"/>
              </a:ext>
            </a:extLst>
          </p:cNvPr>
          <p:cNvSpPr>
            <a:spLocks noGrp="1"/>
          </p:cNvSpPr>
          <p:nvPr>
            <p:ph type="body" sz="quarter" idx="16"/>
          </p:nvPr>
        </p:nvSpPr>
        <p:spPr/>
        <p:txBody>
          <a:bodyPr/>
          <a:lstStyle/>
          <a:p>
            <a:endParaRPr lang="en-IN"/>
          </a:p>
        </p:txBody>
      </p:sp>
      <p:sp>
        <p:nvSpPr>
          <p:cNvPr id="9" name="Text Placeholder 8">
            <a:extLst>
              <a:ext uri="{FF2B5EF4-FFF2-40B4-BE49-F238E27FC236}">
                <a16:creationId xmlns:a16="http://schemas.microsoft.com/office/drawing/2014/main" id="{76D52125-E121-C4A6-048D-29DFC6358BB3}"/>
              </a:ext>
            </a:extLst>
          </p:cNvPr>
          <p:cNvSpPr>
            <a:spLocks noGrp="1"/>
          </p:cNvSpPr>
          <p:nvPr>
            <p:ph type="body" sz="quarter" idx="17"/>
          </p:nvPr>
        </p:nvSpPr>
        <p:spPr/>
        <p:txBody>
          <a:bodyPr/>
          <a:lstStyle/>
          <a:p>
            <a:endParaRPr lang="en-IN"/>
          </a:p>
        </p:txBody>
      </p:sp>
      <p:sp>
        <p:nvSpPr>
          <p:cNvPr id="10" name="Text Placeholder 9">
            <a:extLst>
              <a:ext uri="{FF2B5EF4-FFF2-40B4-BE49-F238E27FC236}">
                <a16:creationId xmlns:a16="http://schemas.microsoft.com/office/drawing/2014/main" id="{71BAA0E8-E394-4388-DF64-3CE29AC124B9}"/>
              </a:ext>
            </a:extLst>
          </p:cNvPr>
          <p:cNvSpPr>
            <a:spLocks noGrp="1"/>
          </p:cNvSpPr>
          <p:nvPr>
            <p:ph type="body" sz="quarter" idx="18"/>
          </p:nvPr>
        </p:nvSpPr>
        <p:spPr/>
        <p:txBody>
          <a:bodyPr/>
          <a:lstStyle/>
          <a:p>
            <a:endParaRPr lang="en-IN"/>
          </a:p>
        </p:txBody>
      </p:sp>
      <p:sp>
        <p:nvSpPr>
          <p:cNvPr id="11" name="Text Placeholder 10">
            <a:extLst>
              <a:ext uri="{FF2B5EF4-FFF2-40B4-BE49-F238E27FC236}">
                <a16:creationId xmlns:a16="http://schemas.microsoft.com/office/drawing/2014/main" id="{82282A16-7055-DBEE-BDB6-0EF27740244F}"/>
              </a:ext>
            </a:extLst>
          </p:cNvPr>
          <p:cNvSpPr>
            <a:spLocks noGrp="1"/>
          </p:cNvSpPr>
          <p:nvPr>
            <p:ph type="body" sz="quarter" idx="19"/>
          </p:nvPr>
        </p:nvSpPr>
        <p:spPr/>
        <p:txBody>
          <a:bodyPr/>
          <a:lstStyle/>
          <a:p>
            <a:endParaRPr lang="en-IN"/>
          </a:p>
        </p:txBody>
      </p:sp>
      <p:sp>
        <p:nvSpPr>
          <p:cNvPr id="12" name="Text Placeholder 11">
            <a:extLst>
              <a:ext uri="{FF2B5EF4-FFF2-40B4-BE49-F238E27FC236}">
                <a16:creationId xmlns:a16="http://schemas.microsoft.com/office/drawing/2014/main" id="{C33C4C67-DA20-5756-C593-13F882A946D0}"/>
              </a:ext>
            </a:extLst>
          </p:cNvPr>
          <p:cNvSpPr>
            <a:spLocks noGrp="1"/>
          </p:cNvSpPr>
          <p:nvPr>
            <p:ph type="body" sz="quarter" idx="20"/>
          </p:nvPr>
        </p:nvSpPr>
        <p:spPr/>
        <p:txBody>
          <a:bodyPr/>
          <a:lstStyle/>
          <a:p>
            <a:endParaRPr lang="en-IN"/>
          </a:p>
        </p:txBody>
      </p:sp>
      <p:sp>
        <p:nvSpPr>
          <p:cNvPr id="13" name="Text Placeholder 12">
            <a:extLst>
              <a:ext uri="{FF2B5EF4-FFF2-40B4-BE49-F238E27FC236}">
                <a16:creationId xmlns:a16="http://schemas.microsoft.com/office/drawing/2014/main" id="{E7CFB3E8-30A8-88DD-5613-174554EA1C55}"/>
              </a:ext>
            </a:extLst>
          </p:cNvPr>
          <p:cNvSpPr>
            <a:spLocks noGrp="1"/>
          </p:cNvSpPr>
          <p:nvPr>
            <p:ph type="body" sz="quarter" idx="21"/>
          </p:nvPr>
        </p:nvSpPr>
        <p:spPr/>
        <p:txBody>
          <a:bodyPr/>
          <a:lstStyle/>
          <a:p>
            <a:endParaRPr lang="en-IN"/>
          </a:p>
        </p:txBody>
      </p:sp>
      <p:sp>
        <p:nvSpPr>
          <p:cNvPr id="14" name="Text Placeholder 13">
            <a:extLst>
              <a:ext uri="{FF2B5EF4-FFF2-40B4-BE49-F238E27FC236}">
                <a16:creationId xmlns:a16="http://schemas.microsoft.com/office/drawing/2014/main" id="{A8541426-AC24-D77D-2DC7-C3B0F1D88036}"/>
              </a:ext>
            </a:extLst>
          </p:cNvPr>
          <p:cNvSpPr>
            <a:spLocks noGrp="1"/>
          </p:cNvSpPr>
          <p:nvPr>
            <p:ph type="body" sz="quarter" idx="22"/>
          </p:nvPr>
        </p:nvSpPr>
        <p:spPr/>
        <p:txBody>
          <a:bodyPr/>
          <a:lstStyle/>
          <a:p>
            <a:endParaRPr lang="en-IN"/>
          </a:p>
        </p:txBody>
      </p:sp>
      <p:sp>
        <p:nvSpPr>
          <p:cNvPr id="15" name="Subtitle 14">
            <a:extLst>
              <a:ext uri="{FF2B5EF4-FFF2-40B4-BE49-F238E27FC236}">
                <a16:creationId xmlns:a16="http://schemas.microsoft.com/office/drawing/2014/main" id="{B90891DB-F23E-A8CD-C2C4-A67E94C4FB4D}"/>
              </a:ext>
            </a:extLst>
          </p:cNvPr>
          <p:cNvSpPr>
            <a:spLocks noGrp="1"/>
          </p:cNvSpPr>
          <p:nvPr>
            <p:ph type="subTitle" idx="1"/>
          </p:nvPr>
        </p:nvSpPr>
        <p:spPr/>
        <p:txBody>
          <a:bodyPr/>
          <a:lstStyle/>
          <a:p>
            <a:endParaRPr lang="en-IN"/>
          </a:p>
        </p:txBody>
      </p:sp>
      <p:pic>
        <p:nvPicPr>
          <p:cNvPr id="67" name="Picture Placeholder 66" descr="Man with cane with solid fill">
            <a:extLst>
              <a:ext uri="{FF2B5EF4-FFF2-40B4-BE49-F238E27FC236}">
                <a16:creationId xmlns:a16="http://schemas.microsoft.com/office/drawing/2014/main" id="{1BA2EEA5-C567-E1A4-A18A-548AD7141BF7}"/>
              </a:ext>
            </a:extLst>
          </p:cNvPr>
          <p:cNvPicPr>
            <a:picLocks noGrp="1" noChangeAspect="1"/>
          </p:cNvPicPr>
          <p:nvPr>
            <p:ph type="pic" sz="quarter" idx="23"/>
          </p:nvPr>
        </p:nvPicPr>
        <p:blipFill>
          <a:blip r:embed="rId2">
            <a:extLst>
              <a:ext uri="{96DAC541-7B7A-43D3-8B79-37D633B846F1}">
                <asvg:svgBlip xmlns:asvg="http://schemas.microsoft.com/office/drawing/2016/SVG/main" r:embed="rId3"/>
              </a:ext>
            </a:extLst>
          </a:blip>
          <a:srcRect/>
          <a:stretch>
            <a:fillRect/>
          </a:stretch>
        </p:blipFill>
        <p:spPr/>
      </p:pic>
      <p:pic>
        <p:nvPicPr>
          <p:cNvPr id="69" name="Picture Placeholder 68" descr="Man with cane with solid fill">
            <a:extLst>
              <a:ext uri="{FF2B5EF4-FFF2-40B4-BE49-F238E27FC236}">
                <a16:creationId xmlns:a16="http://schemas.microsoft.com/office/drawing/2014/main" id="{2D92E34E-E1D1-CE78-0C64-0FBA9654BF1D}"/>
              </a:ext>
            </a:extLst>
          </p:cNvPr>
          <p:cNvPicPr>
            <a:picLocks noGrp="1" noChangeAspect="1"/>
          </p:cNvPicPr>
          <p:nvPr>
            <p:ph type="pic" sz="quarter" idx="24"/>
          </p:nvPr>
        </p:nvPicPr>
        <p:blipFill>
          <a:blip r:embed="rId2">
            <a:extLst>
              <a:ext uri="{96DAC541-7B7A-43D3-8B79-37D633B846F1}">
                <asvg:svgBlip xmlns:asvg="http://schemas.microsoft.com/office/drawing/2016/SVG/main" r:embed="rId3"/>
              </a:ext>
            </a:extLst>
          </a:blip>
          <a:srcRect/>
          <a:stretch>
            <a:fillRect/>
          </a:stretch>
        </p:blipFill>
        <p:spPr/>
      </p:pic>
      <p:pic>
        <p:nvPicPr>
          <p:cNvPr id="71" name="Picture Placeholder 70" descr="Man with cane with solid fill">
            <a:extLst>
              <a:ext uri="{FF2B5EF4-FFF2-40B4-BE49-F238E27FC236}">
                <a16:creationId xmlns:a16="http://schemas.microsoft.com/office/drawing/2014/main" id="{404CB34D-6E5E-7CF3-5124-F13F6F5C7870}"/>
              </a:ext>
            </a:extLst>
          </p:cNvPr>
          <p:cNvPicPr>
            <a:picLocks noGrp="1" noChangeAspect="1"/>
          </p:cNvPicPr>
          <p:nvPr>
            <p:ph type="pic" sz="quarter" idx="25"/>
          </p:nvPr>
        </p:nvPicPr>
        <p:blipFill>
          <a:blip r:embed="rId2">
            <a:extLst>
              <a:ext uri="{96DAC541-7B7A-43D3-8B79-37D633B846F1}">
                <asvg:svgBlip xmlns:asvg="http://schemas.microsoft.com/office/drawing/2016/SVG/main" r:embed="rId3"/>
              </a:ext>
            </a:extLst>
          </a:blip>
          <a:srcRect/>
          <a:stretch>
            <a:fillRect/>
          </a:stretch>
        </p:blipFill>
        <p:spPr/>
      </p:pic>
      <p:pic>
        <p:nvPicPr>
          <p:cNvPr id="73" name="Picture Placeholder 72" descr="Man with cane with solid fill">
            <a:extLst>
              <a:ext uri="{FF2B5EF4-FFF2-40B4-BE49-F238E27FC236}">
                <a16:creationId xmlns:a16="http://schemas.microsoft.com/office/drawing/2014/main" id="{B6D1578A-227B-9C1F-C85F-05C47A14E13D}"/>
              </a:ext>
            </a:extLst>
          </p:cNvPr>
          <p:cNvPicPr>
            <a:picLocks noGrp="1" noChangeAspect="1"/>
          </p:cNvPicPr>
          <p:nvPr>
            <p:ph type="pic" sz="quarter" idx="26"/>
          </p:nvPr>
        </p:nvPicPr>
        <p:blipFill>
          <a:blip r:embed="rId2">
            <a:extLst>
              <a:ext uri="{96DAC541-7B7A-43D3-8B79-37D633B846F1}">
                <asvg:svgBlip xmlns:asvg="http://schemas.microsoft.com/office/drawing/2016/SVG/main" r:embed="rId3"/>
              </a:ext>
            </a:extLst>
          </a:blip>
          <a:srcRect/>
          <a:stretch>
            <a:fillRect/>
          </a:stretch>
        </p:blipFill>
        <p:spPr/>
      </p:pic>
      <p:pic>
        <p:nvPicPr>
          <p:cNvPr id="21" name="Picture Placeholder 47" descr="Doctor pointing at CAT scans">
            <a:extLst>
              <a:ext uri="{FF2B5EF4-FFF2-40B4-BE49-F238E27FC236}">
                <a16:creationId xmlns:a16="http://schemas.microsoft.com/office/drawing/2014/main" id="{AA257BB3-9EB0-3532-9281-C94F914E4A8B}"/>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pic>
      <p:sp>
        <p:nvSpPr>
          <p:cNvPr id="22" name="Rectangle 21">
            <a:extLst>
              <a:ext uri="{FF2B5EF4-FFF2-40B4-BE49-F238E27FC236}">
                <a16:creationId xmlns:a16="http://schemas.microsoft.com/office/drawing/2014/main" id="{404E2169-B827-3F6C-5B8C-3A35C6CDE5F1}"/>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180000" y="164969"/>
            <a:ext cx="11832000" cy="6513922"/>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itle 2">
            <a:extLst>
              <a:ext uri="{FF2B5EF4-FFF2-40B4-BE49-F238E27FC236}">
                <a16:creationId xmlns:a16="http://schemas.microsoft.com/office/drawing/2014/main" id="{6CDC1BF0-C21A-4267-1097-69D6D50632F1}"/>
              </a:ext>
            </a:extLst>
          </p:cNvPr>
          <p:cNvSpPr txBox="1">
            <a:spLocks/>
          </p:cNvSpPr>
          <p:nvPr/>
        </p:nvSpPr>
        <p:spPr>
          <a:xfrm>
            <a:off x="684000" y="808185"/>
            <a:ext cx="7560000" cy="36000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200" b="1" kern="1200" cap="all" spc="-150" baseline="0">
                <a:solidFill>
                  <a:schemeClr val="bg1"/>
                </a:solidFill>
                <a:latin typeface="+mj-lt"/>
                <a:ea typeface="+mj-ea"/>
                <a:cs typeface="+mj-cs"/>
              </a:defRPr>
            </a:lvl1pPr>
          </a:lstStyle>
          <a:p>
            <a:r>
              <a:rPr lang="en-US" dirty="0"/>
              <a:t>patient outlook</a:t>
            </a:r>
          </a:p>
        </p:txBody>
      </p:sp>
      <p:sp>
        <p:nvSpPr>
          <p:cNvPr id="24" name="Footer Placeholder 19">
            <a:extLst>
              <a:ext uri="{FF2B5EF4-FFF2-40B4-BE49-F238E27FC236}">
                <a16:creationId xmlns:a16="http://schemas.microsoft.com/office/drawing/2014/main" id="{7DC962D5-2126-2823-B91D-866FF7DE9E5E}"/>
              </a:ext>
            </a:extLst>
          </p:cNvPr>
          <p:cNvSpPr>
            <a:spLocks noGrp="1"/>
          </p:cNvSpPr>
          <p:nvPr>
            <p:ph type="ftr" sz="quarter" idx="10"/>
          </p:nvPr>
        </p:nvSpPr>
        <p:spPr>
          <a:xfrm>
            <a:off x="288000" y="6192000"/>
            <a:ext cx="7560000" cy="360000"/>
          </a:xfrm>
        </p:spPr>
        <p:txBody>
          <a:bodyPr/>
          <a:lstStyle/>
          <a:p>
            <a:r>
              <a:rPr lang="en-US" dirty="0"/>
              <a:t>* According to a Survey </a:t>
            </a:r>
          </a:p>
        </p:txBody>
      </p:sp>
      <p:sp>
        <p:nvSpPr>
          <p:cNvPr id="25" name="Slide Number Placeholder 3">
            <a:extLst>
              <a:ext uri="{FF2B5EF4-FFF2-40B4-BE49-F238E27FC236}">
                <a16:creationId xmlns:a16="http://schemas.microsoft.com/office/drawing/2014/main" id="{0F4E44F8-74AB-BDBC-A0A4-E44BE80442A2}"/>
              </a:ext>
            </a:extLst>
          </p:cNvPr>
          <p:cNvSpPr txBox="1">
            <a:spLocks/>
          </p:cNvSpPr>
          <p:nvPr/>
        </p:nvSpPr>
        <p:spPr>
          <a:xfrm>
            <a:off x="11575764" y="6241764"/>
            <a:ext cx="270474" cy="270474"/>
          </a:xfrm>
          <a:prstGeom prst="ellipse">
            <a:avLst/>
          </a:prstGeom>
          <a:solidFill>
            <a:schemeClr val="accent1"/>
          </a:solidFill>
        </p:spPr>
        <p:txBody>
          <a:bodyPr vert="horz" lIns="0" tIns="0" rIns="0" bIns="0" rtlCol="0" anchor="ctr"/>
          <a:lstStyle>
            <a:defPPr>
              <a:defRPr lang="en-US"/>
            </a:defPPr>
            <a:lvl1pPr marL="0" algn="ct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CC7194-A4D0-457B-9D3E-53681723AFF7}" type="slidenum">
              <a:rPr lang="en-US" smtClean="0"/>
              <a:pPr/>
              <a:t>8</a:t>
            </a:fld>
            <a:endParaRPr lang="en-US" dirty="0"/>
          </a:p>
        </p:txBody>
      </p:sp>
      <p:sp>
        <p:nvSpPr>
          <p:cNvPr id="26" name="Text Placeholder 4">
            <a:extLst>
              <a:ext uri="{FF2B5EF4-FFF2-40B4-BE49-F238E27FC236}">
                <a16:creationId xmlns:a16="http://schemas.microsoft.com/office/drawing/2014/main" id="{E556AC9F-1BF8-0383-A062-070BA12DDA20}"/>
              </a:ext>
            </a:extLst>
          </p:cNvPr>
          <p:cNvSpPr txBox="1">
            <a:spLocks/>
          </p:cNvSpPr>
          <p:nvPr/>
        </p:nvSpPr>
        <p:spPr>
          <a:xfrm>
            <a:off x="684213" y="3097188"/>
            <a:ext cx="1652587" cy="435600"/>
          </a:xfrm>
          <a:prstGeom prst="rect">
            <a:avLst/>
          </a:prstGeom>
          <a:solidFill>
            <a:schemeClr val="tx2">
              <a:alpha val="70000"/>
            </a:schemeClr>
          </a:solidFill>
        </p:spPr>
        <p:txBody>
          <a:bodyPr vert="horz" lIns="0" tIns="0" rIns="0" bIns="0" rtlCol="0" anchor="ctr">
            <a:noAutofit/>
          </a:bodyPr>
          <a:lstStyle>
            <a:lvl1pPr marL="0" indent="0" algn="ctr" defTabSz="914400" rtl="0" eaLnBrk="1" latinLnBrk="0" hangingPunct="1">
              <a:lnSpc>
                <a:spcPct val="100000"/>
              </a:lnSpc>
              <a:spcBef>
                <a:spcPts val="0"/>
              </a:spcBef>
              <a:spcAft>
                <a:spcPts val="1000"/>
              </a:spcAft>
              <a:buClr>
                <a:schemeClr val="accent2"/>
              </a:buClr>
              <a:buFont typeface="Arial" panose="020B0604020202020204" pitchFamily="34" charset="0"/>
              <a:buNone/>
              <a:defRPr sz="2400" b="1" kern="1200" cap="all" baseline="0">
                <a:solidFill>
                  <a:schemeClr val="accent1"/>
                </a:solidFill>
                <a:latin typeface="+mj-lt"/>
                <a:ea typeface="+mn-ea"/>
                <a:cs typeface="+mn-cs"/>
              </a:defRPr>
            </a:lvl1pPr>
            <a:lvl2pPr marL="266700" indent="0" algn="l" defTabSz="914400" rtl="0" eaLnBrk="1" latinLnBrk="0" hangingPunct="1">
              <a:lnSpc>
                <a:spcPct val="100000"/>
              </a:lnSpc>
              <a:spcBef>
                <a:spcPts val="0"/>
              </a:spcBef>
              <a:spcAft>
                <a:spcPts val="1000"/>
              </a:spcAft>
              <a:buClr>
                <a:schemeClr val="accent2"/>
              </a:buClr>
              <a:buFontTx/>
              <a:buNone/>
              <a:defRPr sz="1400" kern="1200">
                <a:solidFill>
                  <a:schemeClr val="bg1"/>
                </a:solidFill>
                <a:latin typeface="+mn-lt"/>
                <a:ea typeface="+mn-ea"/>
                <a:cs typeface="+mn-cs"/>
              </a:defRPr>
            </a:lvl2pPr>
            <a:lvl3pPr marL="447675" indent="0"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None/>
              <a:defRPr sz="1200" kern="1200">
                <a:solidFill>
                  <a:schemeClr val="bg1"/>
                </a:solidFill>
                <a:latin typeface="+mn-lt"/>
                <a:ea typeface="+mn-ea"/>
                <a:cs typeface="+mn-cs"/>
              </a:defRPr>
            </a:lvl3pPr>
            <a:lvl4pPr marL="628650" indent="0"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None/>
              <a:defRPr sz="1000" kern="1200">
                <a:solidFill>
                  <a:schemeClr val="bg1"/>
                </a:solidFill>
                <a:latin typeface="+mn-lt"/>
                <a:ea typeface="+mn-ea"/>
                <a:cs typeface="+mn-cs"/>
              </a:defRPr>
            </a:lvl4pPr>
            <a:lvl5pPr marL="809625" indent="0" algn="l" defTabSz="914400" rtl="0" eaLnBrk="1" latinLnBrk="0" hangingPunct="1">
              <a:lnSpc>
                <a:spcPct val="100000"/>
              </a:lnSpc>
              <a:spcBef>
                <a:spcPts val="0"/>
              </a:spcBef>
              <a:spcAft>
                <a:spcPts val="1000"/>
              </a:spcAft>
              <a:buFont typeface="Arial" panose="020B0604020202020204" pitchFamily="34" charset="0"/>
              <a:buNone/>
              <a:defRPr sz="1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521</a:t>
            </a:r>
          </a:p>
        </p:txBody>
      </p:sp>
      <p:sp>
        <p:nvSpPr>
          <p:cNvPr id="27" name="Text Placeholder 5">
            <a:extLst>
              <a:ext uri="{FF2B5EF4-FFF2-40B4-BE49-F238E27FC236}">
                <a16:creationId xmlns:a16="http://schemas.microsoft.com/office/drawing/2014/main" id="{AAF5BD37-ECDD-B092-DEF3-6E95318B405E}"/>
              </a:ext>
            </a:extLst>
          </p:cNvPr>
          <p:cNvSpPr txBox="1">
            <a:spLocks/>
          </p:cNvSpPr>
          <p:nvPr/>
        </p:nvSpPr>
        <p:spPr>
          <a:xfrm>
            <a:off x="510455" y="3695377"/>
            <a:ext cx="1999889" cy="846137"/>
          </a:xfrm>
          <a:prstGeom prst="rect">
            <a:avLst/>
          </a:prstGeom>
        </p:spPr>
        <p:txBody>
          <a:bodyPr vert="horz" lIns="0" tIns="0" rIns="0" bIns="0" rtlCol="0">
            <a:noAutofit/>
          </a:bodyPr>
          <a:lstStyle>
            <a:lvl1pPr marL="0" indent="0" algn="ctr" defTabSz="914400" rtl="0" eaLnBrk="1" latinLnBrk="0" hangingPunct="1">
              <a:lnSpc>
                <a:spcPct val="100000"/>
              </a:lnSpc>
              <a:spcBef>
                <a:spcPts val="0"/>
              </a:spcBef>
              <a:spcAft>
                <a:spcPts val="1000"/>
              </a:spcAft>
              <a:buClr>
                <a:schemeClr val="accent2"/>
              </a:buClr>
              <a:buFont typeface="Arial" panose="020B0604020202020204" pitchFamily="34" charset="0"/>
              <a:buNone/>
              <a:defRPr sz="1600" kern="1200">
                <a:solidFill>
                  <a:schemeClr val="bg1"/>
                </a:solidFill>
                <a:latin typeface="+mn-lt"/>
                <a:ea typeface="+mn-ea"/>
                <a:cs typeface="+mn-cs"/>
              </a:defRPr>
            </a:lvl1pPr>
            <a:lvl2pPr marL="266700" indent="0" algn="l" defTabSz="914400" rtl="0" eaLnBrk="1" latinLnBrk="0" hangingPunct="1">
              <a:lnSpc>
                <a:spcPct val="100000"/>
              </a:lnSpc>
              <a:spcBef>
                <a:spcPts val="0"/>
              </a:spcBef>
              <a:spcAft>
                <a:spcPts val="1000"/>
              </a:spcAft>
              <a:buClr>
                <a:schemeClr val="accent2"/>
              </a:buClr>
              <a:buFontTx/>
              <a:buNone/>
              <a:defRPr sz="1400" kern="1200">
                <a:solidFill>
                  <a:schemeClr val="bg1"/>
                </a:solidFill>
                <a:latin typeface="+mn-lt"/>
                <a:ea typeface="+mn-ea"/>
                <a:cs typeface="+mn-cs"/>
              </a:defRPr>
            </a:lvl2pPr>
            <a:lvl3pPr marL="447675" indent="0"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None/>
              <a:defRPr sz="1200" kern="1200">
                <a:solidFill>
                  <a:schemeClr val="bg1"/>
                </a:solidFill>
                <a:latin typeface="+mn-lt"/>
                <a:ea typeface="+mn-ea"/>
                <a:cs typeface="+mn-cs"/>
              </a:defRPr>
            </a:lvl3pPr>
            <a:lvl4pPr marL="628650" indent="0"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None/>
              <a:defRPr sz="1000" kern="1200">
                <a:solidFill>
                  <a:schemeClr val="bg1"/>
                </a:solidFill>
                <a:latin typeface="+mn-lt"/>
                <a:ea typeface="+mn-ea"/>
                <a:cs typeface="+mn-cs"/>
              </a:defRPr>
            </a:lvl4pPr>
            <a:lvl5pPr marL="809625" indent="0" algn="l" defTabSz="914400" rtl="0" eaLnBrk="1" latinLnBrk="0" hangingPunct="1">
              <a:lnSpc>
                <a:spcPct val="100000"/>
              </a:lnSpc>
              <a:spcBef>
                <a:spcPts val="0"/>
              </a:spcBef>
              <a:spcAft>
                <a:spcPts val="1000"/>
              </a:spcAft>
              <a:buFont typeface="Arial" panose="020B0604020202020204" pitchFamily="34" charset="0"/>
              <a:buNone/>
              <a:defRPr sz="1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Total Number of Senior Citizen Patients</a:t>
            </a:r>
          </a:p>
        </p:txBody>
      </p:sp>
      <p:sp>
        <p:nvSpPr>
          <p:cNvPr id="28" name="Text Placeholder 6">
            <a:extLst>
              <a:ext uri="{FF2B5EF4-FFF2-40B4-BE49-F238E27FC236}">
                <a16:creationId xmlns:a16="http://schemas.microsoft.com/office/drawing/2014/main" id="{B83B25A2-5AF9-21D0-9CF9-FD6ACF2EB20D}"/>
              </a:ext>
            </a:extLst>
          </p:cNvPr>
          <p:cNvSpPr txBox="1">
            <a:spLocks/>
          </p:cNvSpPr>
          <p:nvPr/>
        </p:nvSpPr>
        <p:spPr>
          <a:xfrm>
            <a:off x="2971013" y="3097188"/>
            <a:ext cx="1652587" cy="435600"/>
          </a:xfrm>
          <a:prstGeom prst="rect">
            <a:avLst/>
          </a:prstGeom>
          <a:solidFill>
            <a:schemeClr val="tx2">
              <a:alpha val="70000"/>
            </a:schemeClr>
          </a:solidFill>
        </p:spPr>
        <p:txBody>
          <a:bodyPr vert="horz" lIns="0" tIns="0" rIns="0" bIns="0" rtlCol="0" anchor="ctr">
            <a:noAutofit/>
          </a:bodyPr>
          <a:lstStyle>
            <a:lvl1pPr marL="0" indent="0" algn="ctr" defTabSz="914400" rtl="0" eaLnBrk="1" latinLnBrk="0" hangingPunct="1">
              <a:lnSpc>
                <a:spcPct val="100000"/>
              </a:lnSpc>
              <a:spcBef>
                <a:spcPts val="0"/>
              </a:spcBef>
              <a:spcAft>
                <a:spcPts val="1000"/>
              </a:spcAft>
              <a:buClr>
                <a:schemeClr val="accent2"/>
              </a:buClr>
              <a:buFont typeface="Arial" panose="020B0604020202020204" pitchFamily="34" charset="0"/>
              <a:buNone/>
              <a:defRPr sz="2400" b="1" kern="1200" cap="all" baseline="0">
                <a:solidFill>
                  <a:schemeClr val="accent1"/>
                </a:solidFill>
                <a:latin typeface="+mj-lt"/>
                <a:ea typeface="+mn-ea"/>
                <a:cs typeface="+mn-cs"/>
              </a:defRPr>
            </a:lvl1pPr>
            <a:lvl2pPr marL="266700" indent="0" algn="l" defTabSz="914400" rtl="0" eaLnBrk="1" latinLnBrk="0" hangingPunct="1">
              <a:lnSpc>
                <a:spcPct val="100000"/>
              </a:lnSpc>
              <a:spcBef>
                <a:spcPts val="0"/>
              </a:spcBef>
              <a:spcAft>
                <a:spcPts val="1000"/>
              </a:spcAft>
              <a:buClr>
                <a:schemeClr val="accent2"/>
              </a:buClr>
              <a:buFontTx/>
              <a:buNone/>
              <a:defRPr sz="1400" kern="1200">
                <a:solidFill>
                  <a:schemeClr val="bg1"/>
                </a:solidFill>
                <a:latin typeface="+mn-lt"/>
                <a:ea typeface="+mn-ea"/>
                <a:cs typeface="+mn-cs"/>
              </a:defRPr>
            </a:lvl2pPr>
            <a:lvl3pPr marL="447675" indent="0"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None/>
              <a:defRPr sz="1200" kern="1200">
                <a:solidFill>
                  <a:schemeClr val="bg1"/>
                </a:solidFill>
                <a:latin typeface="+mn-lt"/>
                <a:ea typeface="+mn-ea"/>
                <a:cs typeface="+mn-cs"/>
              </a:defRPr>
            </a:lvl3pPr>
            <a:lvl4pPr marL="628650" indent="0"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None/>
              <a:defRPr sz="1000" kern="1200">
                <a:solidFill>
                  <a:schemeClr val="bg1"/>
                </a:solidFill>
                <a:latin typeface="+mn-lt"/>
                <a:ea typeface="+mn-ea"/>
                <a:cs typeface="+mn-cs"/>
              </a:defRPr>
            </a:lvl4pPr>
            <a:lvl5pPr marL="809625" indent="0" algn="l" defTabSz="914400" rtl="0" eaLnBrk="1" latinLnBrk="0" hangingPunct="1">
              <a:lnSpc>
                <a:spcPct val="100000"/>
              </a:lnSpc>
              <a:spcBef>
                <a:spcPts val="0"/>
              </a:spcBef>
              <a:spcAft>
                <a:spcPts val="1000"/>
              </a:spcAft>
              <a:buFont typeface="Arial" panose="020B0604020202020204" pitchFamily="34" charset="0"/>
              <a:buNone/>
              <a:defRPr sz="1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2227</a:t>
            </a:r>
          </a:p>
        </p:txBody>
      </p:sp>
      <p:sp>
        <p:nvSpPr>
          <p:cNvPr id="29" name="Text Placeholder 7">
            <a:extLst>
              <a:ext uri="{FF2B5EF4-FFF2-40B4-BE49-F238E27FC236}">
                <a16:creationId xmlns:a16="http://schemas.microsoft.com/office/drawing/2014/main" id="{F1249947-836B-ED99-562A-0775A491C070}"/>
              </a:ext>
            </a:extLst>
          </p:cNvPr>
          <p:cNvSpPr txBox="1">
            <a:spLocks/>
          </p:cNvSpPr>
          <p:nvPr/>
        </p:nvSpPr>
        <p:spPr>
          <a:xfrm>
            <a:off x="2970799" y="3695377"/>
            <a:ext cx="1652801" cy="846137"/>
          </a:xfrm>
          <a:prstGeom prst="rect">
            <a:avLst/>
          </a:prstGeom>
        </p:spPr>
        <p:txBody>
          <a:bodyPr vert="horz" lIns="0" tIns="0" rIns="0" bIns="0" rtlCol="0">
            <a:noAutofit/>
          </a:bodyPr>
          <a:lstStyle>
            <a:lvl1pPr marL="0" indent="0" algn="ctr" defTabSz="914400" rtl="0" eaLnBrk="1" latinLnBrk="0" hangingPunct="1">
              <a:lnSpc>
                <a:spcPct val="100000"/>
              </a:lnSpc>
              <a:spcBef>
                <a:spcPts val="0"/>
              </a:spcBef>
              <a:spcAft>
                <a:spcPts val="1000"/>
              </a:spcAft>
              <a:buClr>
                <a:schemeClr val="accent2"/>
              </a:buClr>
              <a:buFont typeface="Arial" panose="020B0604020202020204" pitchFamily="34" charset="0"/>
              <a:buNone/>
              <a:defRPr sz="1600" kern="1200">
                <a:solidFill>
                  <a:schemeClr val="bg1"/>
                </a:solidFill>
                <a:latin typeface="+mn-lt"/>
                <a:ea typeface="+mn-ea"/>
                <a:cs typeface="+mn-cs"/>
              </a:defRPr>
            </a:lvl1pPr>
            <a:lvl2pPr marL="266700" indent="0" algn="l" defTabSz="914400" rtl="0" eaLnBrk="1" latinLnBrk="0" hangingPunct="1">
              <a:lnSpc>
                <a:spcPct val="100000"/>
              </a:lnSpc>
              <a:spcBef>
                <a:spcPts val="0"/>
              </a:spcBef>
              <a:spcAft>
                <a:spcPts val="1000"/>
              </a:spcAft>
              <a:buClr>
                <a:schemeClr val="accent2"/>
              </a:buClr>
              <a:buFontTx/>
              <a:buNone/>
              <a:defRPr sz="1400" kern="1200">
                <a:solidFill>
                  <a:schemeClr val="bg1"/>
                </a:solidFill>
                <a:latin typeface="+mn-lt"/>
                <a:ea typeface="+mn-ea"/>
                <a:cs typeface="+mn-cs"/>
              </a:defRPr>
            </a:lvl2pPr>
            <a:lvl3pPr marL="447675" indent="0"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None/>
              <a:defRPr sz="1200" kern="1200">
                <a:solidFill>
                  <a:schemeClr val="bg1"/>
                </a:solidFill>
                <a:latin typeface="+mn-lt"/>
                <a:ea typeface="+mn-ea"/>
                <a:cs typeface="+mn-cs"/>
              </a:defRPr>
            </a:lvl3pPr>
            <a:lvl4pPr marL="628650" indent="0"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None/>
              <a:defRPr sz="1000" kern="1200">
                <a:solidFill>
                  <a:schemeClr val="bg1"/>
                </a:solidFill>
                <a:latin typeface="+mn-lt"/>
                <a:ea typeface="+mn-ea"/>
                <a:cs typeface="+mn-cs"/>
              </a:defRPr>
            </a:lvl4pPr>
            <a:lvl5pPr marL="809625" indent="0" algn="l" defTabSz="914400" rtl="0" eaLnBrk="1" latinLnBrk="0" hangingPunct="1">
              <a:lnSpc>
                <a:spcPct val="100000"/>
              </a:lnSpc>
              <a:spcBef>
                <a:spcPts val="0"/>
              </a:spcBef>
              <a:spcAft>
                <a:spcPts val="1000"/>
              </a:spcAft>
              <a:buFont typeface="Arial" panose="020B0604020202020204" pitchFamily="34" charset="0"/>
              <a:buNone/>
              <a:defRPr sz="1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Total Number of Female Patients</a:t>
            </a:r>
          </a:p>
        </p:txBody>
      </p:sp>
      <p:sp>
        <p:nvSpPr>
          <p:cNvPr id="30" name="Text Placeholder 8">
            <a:extLst>
              <a:ext uri="{FF2B5EF4-FFF2-40B4-BE49-F238E27FC236}">
                <a16:creationId xmlns:a16="http://schemas.microsoft.com/office/drawing/2014/main" id="{B997DE9C-C1DF-8DC3-AF0E-287A27EC5865}"/>
              </a:ext>
            </a:extLst>
          </p:cNvPr>
          <p:cNvSpPr txBox="1">
            <a:spLocks/>
          </p:cNvSpPr>
          <p:nvPr/>
        </p:nvSpPr>
        <p:spPr>
          <a:xfrm>
            <a:off x="5269707" y="3097188"/>
            <a:ext cx="1652587" cy="435600"/>
          </a:xfrm>
          <a:prstGeom prst="rect">
            <a:avLst/>
          </a:prstGeom>
          <a:solidFill>
            <a:schemeClr val="tx2">
              <a:alpha val="70000"/>
            </a:schemeClr>
          </a:solidFill>
        </p:spPr>
        <p:txBody>
          <a:bodyPr vert="horz" lIns="0" tIns="0" rIns="0" bIns="0" rtlCol="0" anchor="ctr">
            <a:noAutofit/>
          </a:bodyPr>
          <a:lstStyle>
            <a:lvl1pPr marL="0" indent="0" algn="ctr" defTabSz="914400" rtl="0" eaLnBrk="1" latinLnBrk="0" hangingPunct="1">
              <a:lnSpc>
                <a:spcPct val="100000"/>
              </a:lnSpc>
              <a:spcBef>
                <a:spcPts val="0"/>
              </a:spcBef>
              <a:spcAft>
                <a:spcPts val="1000"/>
              </a:spcAft>
              <a:buClr>
                <a:schemeClr val="accent2"/>
              </a:buClr>
              <a:buFont typeface="Arial" panose="020B0604020202020204" pitchFamily="34" charset="0"/>
              <a:buNone/>
              <a:defRPr sz="2400" b="1" kern="1200" cap="all" baseline="0">
                <a:solidFill>
                  <a:schemeClr val="accent1"/>
                </a:solidFill>
                <a:latin typeface="+mj-lt"/>
                <a:ea typeface="+mn-ea"/>
                <a:cs typeface="+mn-cs"/>
              </a:defRPr>
            </a:lvl1pPr>
            <a:lvl2pPr marL="266700" indent="0" algn="l" defTabSz="914400" rtl="0" eaLnBrk="1" latinLnBrk="0" hangingPunct="1">
              <a:lnSpc>
                <a:spcPct val="100000"/>
              </a:lnSpc>
              <a:spcBef>
                <a:spcPts val="0"/>
              </a:spcBef>
              <a:spcAft>
                <a:spcPts val="1000"/>
              </a:spcAft>
              <a:buClr>
                <a:schemeClr val="accent2"/>
              </a:buClr>
              <a:buFontTx/>
              <a:buNone/>
              <a:defRPr sz="1400" kern="1200">
                <a:solidFill>
                  <a:schemeClr val="bg1"/>
                </a:solidFill>
                <a:latin typeface="+mn-lt"/>
                <a:ea typeface="+mn-ea"/>
                <a:cs typeface="+mn-cs"/>
              </a:defRPr>
            </a:lvl2pPr>
            <a:lvl3pPr marL="447675" indent="0"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None/>
              <a:defRPr sz="1200" kern="1200">
                <a:solidFill>
                  <a:schemeClr val="bg1"/>
                </a:solidFill>
                <a:latin typeface="+mn-lt"/>
                <a:ea typeface="+mn-ea"/>
                <a:cs typeface="+mn-cs"/>
              </a:defRPr>
            </a:lvl3pPr>
            <a:lvl4pPr marL="628650" indent="0"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None/>
              <a:defRPr sz="1000" kern="1200">
                <a:solidFill>
                  <a:schemeClr val="bg1"/>
                </a:solidFill>
                <a:latin typeface="+mn-lt"/>
                <a:ea typeface="+mn-ea"/>
                <a:cs typeface="+mn-cs"/>
              </a:defRPr>
            </a:lvl4pPr>
            <a:lvl5pPr marL="809625" indent="0" algn="l" defTabSz="914400" rtl="0" eaLnBrk="1" latinLnBrk="0" hangingPunct="1">
              <a:lnSpc>
                <a:spcPct val="100000"/>
              </a:lnSpc>
              <a:spcBef>
                <a:spcPts val="0"/>
              </a:spcBef>
              <a:spcAft>
                <a:spcPts val="1000"/>
              </a:spcAft>
              <a:buFont typeface="Arial" panose="020B0604020202020204" pitchFamily="34" charset="0"/>
              <a:buNone/>
              <a:defRPr sz="1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2189</a:t>
            </a:r>
          </a:p>
        </p:txBody>
      </p:sp>
      <p:sp>
        <p:nvSpPr>
          <p:cNvPr id="31" name="Text Placeholder 9">
            <a:extLst>
              <a:ext uri="{FF2B5EF4-FFF2-40B4-BE49-F238E27FC236}">
                <a16:creationId xmlns:a16="http://schemas.microsoft.com/office/drawing/2014/main" id="{99F6B53C-576C-B3B4-0E83-FAC4DC3A501A}"/>
              </a:ext>
            </a:extLst>
          </p:cNvPr>
          <p:cNvSpPr txBox="1">
            <a:spLocks/>
          </p:cNvSpPr>
          <p:nvPr/>
        </p:nvSpPr>
        <p:spPr>
          <a:xfrm>
            <a:off x="5269600" y="3695377"/>
            <a:ext cx="1652801" cy="846137"/>
          </a:xfrm>
          <a:prstGeom prst="rect">
            <a:avLst/>
          </a:prstGeom>
        </p:spPr>
        <p:txBody>
          <a:bodyPr vert="horz" lIns="0" tIns="0" rIns="0" bIns="0" rtlCol="0">
            <a:noAutofit/>
          </a:bodyPr>
          <a:lstStyle>
            <a:lvl1pPr marL="0" indent="0" algn="ctr" defTabSz="914400" rtl="0" eaLnBrk="1" latinLnBrk="0" hangingPunct="1">
              <a:lnSpc>
                <a:spcPct val="100000"/>
              </a:lnSpc>
              <a:spcBef>
                <a:spcPts val="0"/>
              </a:spcBef>
              <a:spcAft>
                <a:spcPts val="1000"/>
              </a:spcAft>
              <a:buClr>
                <a:schemeClr val="accent2"/>
              </a:buClr>
              <a:buFont typeface="Arial" panose="020B0604020202020204" pitchFamily="34" charset="0"/>
              <a:buNone/>
              <a:defRPr sz="1600" kern="1200">
                <a:solidFill>
                  <a:schemeClr val="bg1"/>
                </a:solidFill>
                <a:latin typeface="+mn-lt"/>
                <a:ea typeface="+mn-ea"/>
                <a:cs typeface="+mn-cs"/>
              </a:defRPr>
            </a:lvl1pPr>
            <a:lvl2pPr marL="266700" indent="0" algn="l" defTabSz="914400" rtl="0" eaLnBrk="1" latinLnBrk="0" hangingPunct="1">
              <a:lnSpc>
                <a:spcPct val="100000"/>
              </a:lnSpc>
              <a:spcBef>
                <a:spcPts val="0"/>
              </a:spcBef>
              <a:spcAft>
                <a:spcPts val="1000"/>
              </a:spcAft>
              <a:buClr>
                <a:schemeClr val="accent2"/>
              </a:buClr>
              <a:buFontTx/>
              <a:buNone/>
              <a:defRPr sz="1400" kern="1200">
                <a:solidFill>
                  <a:schemeClr val="bg1"/>
                </a:solidFill>
                <a:latin typeface="+mn-lt"/>
                <a:ea typeface="+mn-ea"/>
                <a:cs typeface="+mn-cs"/>
              </a:defRPr>
            </a:lvl2pPr>
            <a:lvl3pPr marL="447675" indent="0"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None/>
              <a:defRPr sz="1200" kern="1200">
                <a:solidFill>
                  <a:schemeClr val="bg1"/>
                </a:solidFill>
                <a:latin typeface="+mn-lt"/>
                <a:ea typeface="+mn-ea"/>
                <a:cs typeface="+mn-cs"/>
              </a:defRPr>
            </a:lvl3pPr>
            <a:lvl4pPr marL="628650" indent="0"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None/>
              <a:defRPr sz="1000" kern="1200">
                <a:solidFill>
                  <a:schemeClr val="bg1"/>
                </a:solidFill>
                <a:latin typeface="+mn-lt"/>
                <a:ea typeface="+mn-ea"/>
                <a:cs typeface="+mn-cs"/>
              </a:defRPr>
            </a:lvl4pPr>
            <a:lvl5pPr marL="809625" indent="0" algn="l" defTabSz="914400" rtl="0" eaLnBrk="1" latinLnBrk="0" hangingPunct="1">
              <a:lnSpc>
                <a:spcPct val="100000"/>
              </a:lnSpc>
              <a:spcBef>
                <a:spcPts val="0"/>
              </a:spcBef>
              <a:spcAft>
                <a:spcPts val="1000"/>
              </a:spcAft>
              <a:buFont typeface="Arial" panose="020B0604020202020204" pitchFamily="34" charset="0"/>
              <a:buNone/>
              <a:defRPr sz="1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Total Number of Male Patients</a:t>
            </a:r>
          </a:p>
        </p:txBody>
      </p:sp>
      <p:sp>
        <p:nvSpPr>
          <p:cNvPr id="32" name="Text Placeholder 10">
            <a:extLst>
              <a:ext uri="{FF2B5EF4-FFF2-40B4-BE49-F238E27FC236}">
                <a16:creationId xmlns:a16="http://schemas.microsoft.com/office/drawing/2014/main" id="{CC25CBCA-0424-87D2-CBF4-F9232C6840AD}"/>
              </a:ext>
            </a:extLst>
          </p:cNvPr>
          <p:cNvSpPr txBox="1">
            <a:spLocks/>
          </p:cNvSpPr>
          <p:nvPr/>
        </p:nvSpPr>
        <p:spPr>
          <a:xfrm>
            <a:off x="7544613" y="3097188"/>
            <a:ext cx="1652587" cy="435600"/>
          </a:xfrm>
          <a:prstGeom prst="rect">
            <a:avLst/>
          </a:prstGeom>
          <a:solidFill>
            <a:schemeClr val="tx2">
              <a:alpha val="70000"/>
            </a:schemeClr>
          </a:solidFill>
        </p:spPr>
        <p:txBody>
          <a:bodyPr vert="horz" lIns="0" tIns="0" rIns="0" bIns="0" rtlCol="0" anchor="ctr">
            <a:noAutofit/>
          </a:bodyPr>
          <a:lstStyle>
            <a:lvl1pPr marL="0" indent="0" algn="ctr" defTabSz="914400" rtl="0" eaLnBrk="1" latinLnBrk="0" hangingPunct="1">
              <a:lnSpc>
                <a:spcPct val="100000"/>
              </a:lnSpc>
              <a:spcBef>
                <a:spcPts val="0"/>
              </a:spcBef>
              <a:spcAft>
                <a:spcPts val="1000"/>
              </a:spcAft>
              <a:buClr>
                <a:schemeClr val="accent2"/>
              </a:buClr>
              <a:buFont typeface="Arial" panose="020B0604020202020204" pitchFamily="34" charset="0"/>
              <a:buNone/>
              <a:defRPr sz="2400" b="1" kern="1200" cap="all" baseline="0">
                <a:solidFill>
                  <a:schemeClr val="accent1"/>
                </a:solidFill>
                <a:latin typeface="+mj-lt"/>
                <a:ea typeface="+mn-ea"/>
                <a:cs typeface="+mn-cs"/>
              </a:defRPr>
            </a:lvl1pPr>
            <a:lvl2pPr marL="266700" indent="0" algn="l" defTabSz="914400" rtl="0" eaLnBrk="1" latinLnBrk="0" hangingPunct="1">
              <a:lnSpc>
                <a:spcPct val="100000"/>
              </a:lnSpc>
              <a:spcBef>
                <a:spcPts val="0"/>
              </a:spcBef>
              <a:spcAft>
                <a:spcPts val="1000"/>
              </a:spcAft>
              <a:buClr>
                <a:schemeClr val="accent2"/>
              </a:buClr>
              <a:buFontTx/>
              <a:buNone/>
              <a:defRPr sz="1400" kern="1200">
                <a:solidFill>
                  <a:schemeClr val="bg1"/>
                </a:solidFill>
                <a:latin typeface="+mn-lt"/>
                <a:ea typeface="+mn-ea"/>
                <a:cs typeface="+mn-cs"/>
              </a:defRPr>
            </a:lvl2pPr>
            <a:lvl3pPr marL="447675" indent="0"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None/>
              <a:defRPr sz="1200" kern="1200">
                <a:solidFill>
                  <a:schemeClr val="bg1"/>
                </a:solidFill>
                <a:latin typeface="+mn-lt"/>
                <a:ea typeface="+mn-ea"/>
                <a:cs typeface="+mn-cs"/>
              </a:defRPr>
            </a:lvl3pPr>
            <a:lvl4pPr marL="628650" indent="0"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None/>
              <a:defRPr sz="1000" kern="1200">
                <a:solidFill>
                  <a:schemeClr val="bg1"/>
                </a:solidFill>
                <a:latin typeface="+mn-lt"/>
                <a:ea typeface="+mn-ea"/>
                <a:cs typeface="+mn-cs"/>
              </a:defRPr>
            </a:lvl4pPr>
            <a:lvl5pPr marL="809625" indent="0" algn="l" defTabSz="914400" rtl="0" eaLnBrk="1" latinLnBrk="0" hangingPunct="1">
              <a:lnSpc>
                <a:spcPct val="100000"/>
              </a:lnSpc>
              <a:spcBef>
                <a:spcPts val="0"/>
              </a:spcBef>
              <a:spcAft>
                <a:spcPts val="1000"/>
              </a:spcAft>
              <a:buFont typeface="Arial" panose="020B0604020202020204" pitchFamily="34" charset="0"/>
              <a:buNone/>
              <a:defRPr sz="1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10</a:t>
            </a:r>
          </a:p>
        </p:txBody>
      </p:sp>
      <p:sp>
        <p:nvSpPr>
          <p:cNvPr id="33" name="Text Placeholder 11">
            <a:extLst>
              <a:ext uri="{FF2B5EF4-FFF2-40B4-BE49-F238E27FC236}">
                <a16:creationId xmlns:a16="http://schemas.microsoft.com/office/drawing/2014/main" id="{3AAB1D5A-7410-F1F8-BD2A-370199D44FBA}"/>
              </a:ext>
            </a:extLst>
          </p:cNvPr>
          <p:cNvSpPr txBox="1">
            <a:spLocks/>
          </p:cNvSpPr>
          <p:nvPr/>
        </p:nvSpPr>
        <p:spPr>
          <a:xfrm>
            <a:off x="7370855" y="3695377"/>
            <a:ext cx="1999889" cy="846137"/>
          </a:xfrm>
          <a:prstGeom prst="rect">
            <a:avLst/>
          </a:prstGeom>
        </p:spPr>
        <p:txBody>
          <a:bodyPr vert="horz" lIns="0" tIns="0" rIns="0" bIns="0" rtlCol="0">
            <a:noAutofit/>
          </a:bodyPr>
          <a:lstStyle>
            <a:lvl1pPr marL="0" indent="0" algn="ctr" defTabSz="914400" rtl="0" eaLnBrk="1" latinLnBrk="0" hangingPunct="1">
              <a:lnSpc>
                <a:spcPct val="100000"/>
              </a:lnSpc>
              <a:spcBef>
                <a:spcPts val="0"/>
              </a:spcBef>
              <a:spcAft>
                <a:spcPts val="1000"/>
              </a:spcAft>
              <a:buClr>
                <a:schemeClr val="accent2"/>
              </a:buClr>
              <a:buFont typeface="Arial" panose="020B0604020202020204" pitchFamily="34" charset="0"/>
              <a:buNone/>
              <a:defRPr sz="1600" kern="1200">
                <a:solidFill>
                  <a:schemeClr val="bg1"/>
                </a:solidFill>
                <a:latin typeface="+mn-lt"/>
                <a:ea typeface="+mn-ea"/>
                <a:cs typeface="+mn-cs"/>
              </a:defRPr>
            </a:lvl1pPr>
            <a:lvl2pPr marL="266700" indent="0" algn="l" defTabSz="914400" rtl="0" eaLnBrk="1" latinLnBrk="0" hangingPunct="1">
              <a:lnSpc>
                <a:spcPct val="100000"/>
              </a:lnSpc>
              <a:spcBef>
                <a:spcPts val="0"/>
              </a:spcBef>
              <a:spcAft>
                <a:spcPts val="1000"/>
              </a:spcAft>
              <a:buClr>
                <a:schemeClr val="accent2"/>
              </a:buClr>
              <a:buFontTx/>
              <a:buNone/>
              <a:defRPr sz="1400" kern="1200">
                <a:solidFill>
                  <a:schemeClr val="bg1"/>
                </a:solidFill>
                <a:latin typeface="+mn-lt"/>
                <a:ea typeface="+mn-ea"/>
                <a:cs typeface="+mn-cs"/>
              </a:defRPr>
            </a:lvl2pPr>
            <a:lvl3pPr marL="447675" indent="0"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None/>
              <a:defRPr sz="1200" kern="1200">
                <a:solidFill>
                  <a:schemeClr val="bg1"/>
                </a:solidFill>
                <a:latin typeface="+mn-lt"/>
                <a:ea typeface="+mn-ea"/>
                <a:cs typeface="+mn-cs"/>
              </a:defRPr>
            </a:lvl3pPr>
            <a:lvl4pPr marL="628650" indent="0"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None/>
              <a:defRPr sz="1000" kern="1200">
                <a:solidFill>
                  <a:schemeClr val="bg1"/>
                </a:solidFill>
                <a:latin typeface="+mn-lt"/>
                <a:ea typeface="+mn-ea"/>
                <a:cs typeface="+mn-cs"/>
              </a:defRPr>
            </a:lvl4pPr>
            <a:lvl5pPr marL="809625" indent="0" algn="l" defTabSz="914400" rtl="0" eaLnBrk="1" latinLnBrk="0" hangingPunct="1">
              <a:lnSpc>
                <a:spcPct val="100000"/>
              </a:lnSpc>
              <a:spcBef>
                <a:spcPts val="0"/>
              </a:spcBef>
              <a:spcAft>
                <a:spcPts val="1000"/>
              </a:spcAft>
              <a:buFont typeface="Arial" panose="020B0604020202020204" pitchFamily="34" charset="0"/>
              <a:buNone/>
              <a:defRPr sz="1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Total Number of Patient Cities</a:t>
            </a:r>
          </a:p>
        </p:txBody>
      </p:sp>
      <p:sp>
        <p:nvSpPr>
          <p:cNvPr id="34" name="Text Placeholder 12">
            <a:extLst>
              <a:ext uri="{FF2B5EF4-FFF2-40B4-BE49-F238E27FC236}">
                <a16:creationId xmlns:a16="http://schemas.microsoft.com/office/drawing/2014/main" id="{D1B843C5-C4DC-3071-4CD0-B811FCAC31FE}"/>
              </a:ext>
            </a:extLst>
          </p:cNvPr>
          <p:cNvSpPr txBox="1">
            <a:spLocks/>
          </p:cNvSpPr>
          <p:nvPr/>
        </p:nvSpPr>
        <p:spPr>
          <a:xfrm>
            <a:off x="9831412" y="3097188"/>
            <a:ext cx="1652587" cy="435600"/>
          </a:xfrm>
          <a:prstGeom prst="rect">
            <a:avLst/>
          </a:prstGeom>
          <a:solidFill>
            <a:schemeClr val="tx2">
              <a:alpha val="70000"/>
            </a:schemeClr>
          </a:solidFill>
        </p:spPr>
        <p:txBody>
          <a:bodyPr vert="horz" lIns="0" tIns="0" rIns="0" bIns="0" rtlCol="0" anchor="ctr">
            <a:noAutofit/>
          </a:bodyPr>
          <a:lstStyle>
            <a:lvl1pPr marL="0" indent="0" algn="ctr" defTabSz="914400" rtl="0" eaLnBrk="1" latinLnBrk="0" hangingPunct="1">
              <a:lnSpc>
                <a:spcPct val="100000"/>
              </a:lnSpc>
              <a:spcBef>
                <a:spcPts val="0"/>
              </a:spcBef>
              <a:spcAft>
                <a:spcPts val="1000"/>
              </a:spcAft>
              <a:buClr>
                <a:schemeClr val="accent2"/>
              </a:buClr>
              <a:buFont typeface="Arial" panose="020B0604020202020204" pitchFamily="34" charset="0"/>
              <a:buNone/>
              <a:defRPr sz="2400" b="1" kern="1200" cap="all" baseline="0">
                <a:solidFill>
                  <a:schemeClr val="accent1"/>
                </a:solidFill>
                <a:latin typeface="+mj-lt"/>
                <a:ea typeface="+mn-ea"/>
                <a:cs typeface="+mn-cs"/>
              </a:defRPr>
            </a:lvl1pPr>
            <a:lvl2pPr marL="266700" indent="0" algn="l" defTabSz="914400" rtl="0" eaLnBrk="1" latinLnBrk="0" hangingPunct="1">
              <a:lnSpc>
                <a:spcPct val="100000"/>
              </a:lnSpc>
              <a:spcBef>
                <a:spcPts val="0"/>
              </a:spcBef>
              <a:spcAft>
                <a:spcPts val="1000"/>
              </a:spcAft>
              <a:buClr>
                <a:schemeClr val="accent2"/>
              </a:buClr>
              <a:buFontTx/>
              <a:buNone/>
              <a:defRPr sz="1400" kern="1200">
                <a:solidFill>
                  <a:schemeClr val="bg1"/>
                </a:solidFill>
                <a:latin typeface="+mn-lt"/>
                <a:ea typeface="+mn-ea"/>
                <a:cs typeface="+mn-cs"/>
              </a:defRPr>
            </a:lvl2pPr>
            <a:lvl3pPr marL="447675" indent="0"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None/>
              <a:defRPr sz="1200" kern="1200">
                <a:solidFill>
                  <a:schemeClr val="bg1"/>
                </a:solidFill>
                <a:latin typeface="+mn-lt"/>
                <a:ea typeface="+mn-ea"/>
                <a:cs typeface="+mn-cs"/>
              </a:defRPr>
            </a:lvl3pPr>
            <a:lvl4pPr marL="628650" indent="0"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None/>
              <a:defRPr sz="1000" kern="1200">
                <a:solidFill>
                  <a:schemeClr val="bg1"/>
                </a:solidFill>
                <a:latin typeface="+mn-lt"/>
                <a:ea typeface="+mn-ea"/>
                <a:cs typeface="+mn-cs"/>
              </a:defRPr>
            </a:lvl4pPr>
            <a:lvl5pPr marL="809625" indent="0" algn="l" defTabSz="914400" rtl="0" eaLnBrk="1" latinLnBrk="0" hangingPunct="1">
              <a:lnSpc>
                <a:spcPct val="100000"/>
              </a:lnSpc>
              <a:spcBef>
                <a:spcPts val="0"/>
              </a:spcBef>
              <a:spcAft>
                <a:spcPts val="1000"/>
              </a:spcAft>
              <a:buFont typeface="Arial" panose="020B0604020202020204" pitchFamily="34" charset="0"/>
              <a:buNone/>
              <a:defRPr sz="1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4</a:t>
            </a:r>
          </a:p>
        </p:txBody>
      </p:sp>
      <p:sp>
        <p:nvSpPr>
          <p:cNvPr id="35" name="Text Placeholder 13">
            <a:extLst>
              <a:ext uri="{FF2B5EF4-FFF2-40B4-BE49-F238E27FC236}">
                <a16:creationId xmlns:a16="http://schemas.microsoft.com/office/drawing/2014/main" id="{2FBE936E-8C56-A201-7BA2-1DADFBDDE74D}"/>
              </a:ext>
            </a:extLst>
          </p:cNvPr>
          <p:cNvSpPr txBox="1">
            <a:spLocks/>
          </p:cNvSpPr>
          <p:nvPr/>
        </p:nvSpPr>
        <p:spPr>
          <a:xfrm>
            <a:off x="9657654" y="3695377"/>
            <a:ext cx="1999889" cy="846137"/>
          </a:xfrm>
          <a:prstGeom prst="rect">
            <a:avLst/>
          </a:prstGeom>
        </p:spPr>
        <p:txBody>
          <a:bodyPr vert="horz" lIns="0" tIns="0" rIns="0" bIns="0" rtlCol="0">
            <a:noAutofit/>
          </a:bodyPr>
          <a:lstStyle>
            <a:lvl1pPr marL="0" indent="0" algn="ctr" defTabSz="914400" rtl="0" eaLnBrk="1" latinLnBrk="0" hangingPunct="1">
              <a:lnSpc>
                <a:spcPct val="100000"/>
              </a:lnSpc>
              <a:spcBef>
                <a:spcPts val="0"/>
              </a:spcBef>
              <a:spcAft>
                <a:spcPts val="1000"/>
              </a:spcAft>
              <a:buClr>
                <a:schemeClr val="accent2"/>
              </a:buClr>
              <a:buFont typeface="Arial" panose="020B0604020202020204" pitchFamily="34" charset="0"/>
              <a:buNone/>
              <a:defRPr sz="1600" kern="1200">
                <a:solidFill>
                  <a:schemeClr val="bg1"/>
                </a:solidFill>
                <a:latin typeface="+mn-lt"/>
                <a:ea typeface="+mn-ea"/>
                <a:cs typeface="+mn-cs"/>
              </a:defRPr>
            </a:lvl1pPr>
            <a:lvl2pPr marL="266700" indent="0" algn="l" defTabSz="914400" rtl="0" eaLnBrk="1" latinLnBrk="0" hangingPunct="1">
              <a:lnSpc>
                <a:spcPct val="100000"/>
              </a:lnSpc>
              <a:spcBef>
                <a:spcPts val="0"/>
              </a:spcBef>
              <a:spcAft>
                <a:spcPts val="1000"/>
              </a:spcAft>
              <a:buClr>
                <a:schemeClr val="accent2"/>
              </a:buClr>
              <a:buFontTx/>
              <a:buNone/>
              <a:defRPr sz="1400" kern="1200">
                <a:solidFill>
                  <a:schemeClr val="bg1"/>
                </a:solidFill>
                <a:latin typeface="+mn-lt"/>
                <a:ea typeface="+mn-ea"/>
                <a:cs typeface="+mn-cs"/>
              </a:defRPr>
            </a:lvl2pPr>
            <a:lvl3pPr marL="447675" indent="0"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None/>
              <a:defRPr sz="1200" kern="1200">
                <a:solidFill>
                  <a:schemeClr val="bg1"/>
                </a:solidFill>
                <a:latin typeface="+mn-lt"/>
                <a:ea typeface="+mn-ea"/>
                <a:cs typeface="+mn-cs"/>
              </a:defRPr>
            </a:lvl3pPr>
            <a:lvl4pPr marL="628650" indent="0"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None/>
              <a:defRPr sz="1000" kern="1200">
                <a:solidFill>
                  <a:schemeClr val="bg1"/>
                </a:solidFill>
                <a:latin typeface="+mn-lt"/>
                <a:ea typeface="+mn-ea"/>
                <a:cs typeface="+mn-cs"/>
              </a:defRPr>
            </a:lvl4pPr>
            <a:lvl5pPr marL="809625" indent="0" algn="l" defTabSz="914400" rtl="0" eaLnBrk="1" latinLnBrk="0" hangingPunct="1">
              <a:lnSpc>
                <a:spcPct val="100000"/>
              </a:lnSpc>
              <a:spcBef>
                <a:spcPts val="0"/>
              </a:spcBef>
              <a:spcAft>
                <a:spcPts val="1000"/>
              </a:spcAft>
              <a:buFont typeface="Arial" panose="020B0604020202020204" pitchFamily="34" charset="0"/>
              <a:buNone/>
              <a:defRPr sz="1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Total Number of Insurance Provider</a:t>
            </a:r>
          </a:p>
        </p:txBody>
      </p:sp>
      <p:sp>
        <p:nvSpPr>
          <p:cNvPr id="36" name="Subtitle 14">
            <a:extLst>
              <a:ext uri="{FF2B5EF4-FFF2-40B4-BE49-F238E27FC236}">
                <a16:creationId xmlns:a16="http://schemas.microsoft.com/office/drawing/2014/main" id="{FFCCE218-8897-7F47-04D1-A0C8BC76E8E7}"/>
              </a:ext>
            </a:extLst>
          </p:cNvPr>
          <p:cNvSpPr txBox="1">
            <a:spLocks/>
          </p:cNvSpPr>
          <p:nvPr/>
        </p:nvSpPr>
        <p:spPr>
          <a:xfrm>
            <a:off x="5101000" y="5137535"/>
            <a:ext cx="1990001" cy="620016"/>
          </a:xfrm>
          <a:prstGeom prst="rect">
            <a:avLst/>
          </a:prstGeom>
          <a:gradFill>
            <a:gsLst>
              <a:gs pos="0">
                <a:schemeClr val="tx2"/>
              </a:gs>
              <a:gs pos="100000">
                <a:schemeClr val="accent2"/>
              </a:gs>
            </a:gsLst>
            <a:lin ang="14400000" scaled="0"/>
          </a:gradFill>
        </p:spPr>
        <p:txBody>
          <a:bodyPr vert="horz" lIns="0" tIns="0" rIns="0" bIns="0" rtlCol="0" anchor="ctr">
            <a:noAutofit/>
          </a:bodyPr>
          <a:lstStyle>
            <a:lvl1pPr marL="0" indent="0" algn="ctr" defTabSz="914400" rtl="0" eaLnBrk="1" latinLnBrk="0" hangingPunct="1">
              <a:lnSpc>
                <a:spcPct val="100000"/>
              </a:lnSpc>
              <a:spcBef>
                <a:spcPts val="0"/>
              </a:spcBef>
              <a:spcAft>
                <a:spcPts val="1000"/>
              </a:spcAft>
              <a:buClr>
                <a:schemeClr val="accent2"/>
              </a:buClr>
              <a:buFont typeface="Arial" panose="020B0604020202020204" pitchFamily="34" charset="0"/>
              <a:buNone/>
              <a:defRPr sz="2400" b="1" i="1" kern="1200">
                <a:solidFill>
                  <a:schemeClr val="accent1"/>
                </a:solidFill>
                <a:latin typeface="+mn-lt"/>
                <a:ea typeface="+mn-ea"/>
                <a:cs typeface="+mn-cs"/>
              </a:defRPr>
            </a:lvl1pPr>
            <a:lvl2pPr marL="457200" indent="0" algn="ctr" defTabSz="914400" rtl="0" eaLnBrk="1" latinLnBrk="0" hangingPunct="1">
              <a:lnSpc>
                <a:spcPct val="100000"/>
              </a:lnSpc>
              <a:spcBef>
                <a:spcPts val="0"/>
              </a:spcBef>
              <a:spcAft>
                <a:spcPts val="1000"/>
              </a:spcAft>
              <a:buClr>
                <a:schemeClr val="accent2"/>
              </a:buClr>
              <a:buFontTx/>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0"/>
              </a:spcBef>
              <a:spcAft>
                <a:spcPts val="100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Records</a:t>
            </a:r>
          </a:p>
        </p:txBody>
      </p:sp>
      <p:sp>
        <p:nvSpPr>
          <p:cNvPr id="42" name="object 7" descr="Beige rectangle">
            <a:extLst>
              <a:ext uri="{FF2B5EF4-FFF2-40B4-BE49-F238E27FC236}">
                <a16:creationId xmlns:a16="http://schemas.microsoft.com/office/drawing/2014/main" id="{7E649137-7C56-88AC-0988-DB34AA05799D}"/>
              </a:ext>
            </a:extLst>
          </p:cNvPr>
          <p:cNvSpPr/>
          <p:nvPr/>
        </p:nvSpPr>
        <p:spPr bwMode="white">
          <a:xfrm>
            <a:off x="722099" y="1322787"/>
            <a:ext cx="4104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cxnSp>
        <p:nvCxnSpPr>
          <p:cNvPr id="43" name="Straight Connector 42">
            <a:extLst>
              <a:ext uri="{FF2B5EF4-FFF2-40B4-BE49-F238E27FC236}">
                <a16:creationId xmlns:a16="http://schemas.microsoft.com/office/drawing/2014/main" id="{50D1B49B-FA2B-6B28-3E82-908AB921CADA}"/>
              </a:ext>
              <a:ext uri="{C183D7F6-B498-43B3-948B-1728B52AA6E4}">
                <adec:decorative xmlns:adec="http://schemas.microsoft.com/office/drawing/2017/decorative" val="1"/>
              </a:ext>
            </a:extLst>
          </p:cNvPr>
          <p:cNvCxnSpPr>
            <a:cxnSpLocks/>
          </p:cNvCxnSpPr>
          <p:nvPr/>
        </p:nvCxnSpPr>
        <p:spPr>
          <a:xfrm flipV="1">
            <a:off x="3759100" y="4527746"/>
            <a:ext cx="0" cy="311308"/>
          </a:xfrm>
          <a:prstGeom prst="line">
            <a:avLst/>
          </a:prstGeom>
          <a:ln w="3175">
            <a:solidFill>
              <a:schemeClr val="bg2"/>
            </a:solidFill>
            <a:tailEnd type="oval" w="sm" len="sm"/>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4EAFC4F-BB0A-6251-9FA7-3F93ECDEE850}"/>
              </a:ext>
              <a:ext uri="{C183D7F6-B498-43B3-948B-1728B52AA6E4}">
                <adec:decorative xmlns:adec="http://schemas.microsoft.com/office/drawing/2017/decorative" val="1"/>
              </a:ext>
            </a:extLst>
          </p:cNvPr>
          <p:cNvCxnSpPr>
            <a:cxnSpLocks/>
          </p:cNvCxnSpPr>
          <p:nvPr/>
        </p:nvCxnSpPr>
        <p:spPr>
          <a:xfrm flipV="1">
            <a:off x="6096000" y="4527746"/>
            <a:ext cx="1" cy="311308"/>
          </a:xfrm>
          <a:prstGeom prst="line">
            <a:avLst/>
          </a:prstGeom>
          <a:ln w="3175">
            <a:solidFill>
              <a:schemeClr val="bg2"/>
            </a:solidFill>
            <a:tailEnd type="oval" w="sm" len="sm"/>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BE1E41F-5290-4A42-0735-976C010EE1F2}"/>
              </a:ext>
              <a:ext uri="{C183D7F6-B498-43B3-948B-1728B52AA6E4}">
                <adec:decorative xmlns:adec="http://schemas.microsoft.com/office/drawing/2017/decorative" val="1"/>
              </a:ext>
            </a:extLst>
          </p:cNvPr>
          <p:cNvCxnSpPr>
            <a:cxnSpLocks/>
          </p:cNvCxnSpPr>
          <p:nvPr/>
        </p:nvCxnSpPr>
        <p:spPr>
          <a:xfrm flipV="1">
            <a:off x="8332700" y="4527746"/>
            <a:ext cx="0" cy="311308"/>
          </a:xfrm>
          <a:prstGeom prst="line">
            <a:avLst/>
          </a:prstGeom>
          <a:ln w="3175">
            <a:solidFill>
              <a:schemeClr val="bg2"/>
            </a:solidFill>
            <a:tailEnd type="oval" w="sm" len="sm"/>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03BA8E45-F9CF-5210-CE37-97AD8BC6F8CF}"/>
              </a:ext>
              <a:ext uri="{C183D7F6-B498-43B3-948B-1728B52AA6E4}">
                <adec:decorative xmlns:adec="http://schemas.microsoft.com/office/drawing/2017/decorative" val="1"/>
              </a:ext>
            </a:extLst>
          </p:cNvPr>
          <p:cNvSpPr/>
          <p:nvPr/>
        </p:nvSpPr>
        <p:spPr>
          <a:xfrm>
            <a:off x="5281478" y="5747713"/>
            <a:ext cx="1629044"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7" name="Connector: Elbow 46">
            <a:extLst>
              <a:ext uri="{FF2B5EF4-FFF2-40B4-BE49-F238E27FC236}">
                <a16:creationId xmlns:a16="http://schemas.microsoft.com/office/drawing/2014/main" id="{B8C3FFDE-BA07-E4AD-BDE0-5E8ADEA5C264}"/>
              </a:ext>
              <a:ext uri="{C183D7F6-B498-43B3-948B-1728B52AA6E4}">
                <adec:decorative xmlns:adec="http://schemas.microsoft.com/office/drawing/2017/decorative" val="1"/>
              </a:ext>
            </a:extLst>
          </p:cNvPr>
          <p:cNvCxnSpPr>
            <a:cxnSpLocks/>
            <a:stCxn id="27" idx="2"/>
            <a:endCxn id="36" idx="0"/>
          </p:cNvCxnSpPr>
          <p:nvPr/>
        </p:nvCxnSpPr>
        <p:spPr>
          <a:xfrm rot="16200000" flipH="1">
            <a:off x="3505190" y="2546723"/>
            <a:ext cx="596021" cy="4585601"/>
          </a:xfrm>
          <a:prstGeom prst="bentConnector3">
            <a:avLst>
              <a:gd name="adj1" fmla="val 50000"/>
            </a:avLst>
          </a:prstGeom>
          <a:ln w="3175">
            <a:solidFill>
              <a:schemeClr val="bg2"/>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01BF478D-1F2F-0D68-E2C5-03730BA271A4}"/>
              </a:ext>
              <a:ext uri="{C183D7F6-B498-43B3-948B-1728B52AA6E4}">
                <adec:decorative xmlns:adec="http://schemas.microsoft.com/office/drawing/2017/decorative" val="1"/>
              </a:ext>
            </a:extLst>
          </p:cNvPr>
          <p:cNvCxnSpPr>
            <a:cxnSpLocks/>
            <a:stCxn id="35" idx="2"/>
            <a:endCxn id="36" idx="0"/>
          </p:cNvCxnSpPr>
          <p:nvPr/>
        </p:nvCxnSpPr>
        <p:spPr>
          <a:xfrm rot="5400000">
            <a:off x="8078790" y="2558725"/>
            <a:ext cx="596021" cy="4561598"/>
          </a:xfrm>
          <a:prstGeom prst="bentConnector3">
            <a:avLst>
              <a:gd name="adj1" fmla="val 50000"/>
            </a:avLst>
          </a:prstGeom>
          <a:ln w="3175">
            <a:solidFill>
              <a:schemeClr val="bg2"/>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A76F826C-0C9A-2927-6CAE-C692D058F9CF}"/>
              </a:ext>
              <a:ext uri="{C183D7F6-B498-43B3-948B-1728B52AA6E4}">
                <adec:decorative xmlns:adec="http://schemas.microsoft.com/office/drawing/2017/decorative" val="1"/>
              </a:ext>
            </a:extLst>
          </p:cNvPr>
          <p:cNvGrpSpPr>
            <a:grpSpLocks noChangeAspect="1"/>
          </p:cNvGrpSpPr>
          <p:nvPr/>
        </p:nvGrpSpPr>
        <p:grpSpPr>
          <a:xfrm>
            <a:off x="3380336" y="2224959"/>
            <a:ext cx="896287" cy="745643"/>
            <a:chOff x="1824638" y="1733550"/>
            <a:chExt cx="1192959" cy="992451"/>
          </a:xfrm>
        </p:grpSpPr>
        <p:sp>
          <p:nvSpPr>
            <p:cNvPr id="50" name="Rectangle 49">
              <a:extLst>
                <a:ext uri="{FF2B5EF4-FFF2-40B4-BE49-F238E27FC236}">
                  <a16:creationId xmlns:a16="http://schemas.microsoft.com/office/drawing/2014/main" id="{48B1CC6A-6CDD-21A1-3450-082639D1C2D0}"/>
                </a:ext>
              </a:extLst>
            </p:cNvPr>
            <p:cNvSpPr/>
            <p:nvPr/>
          </p:nvSpPr>
          <p:spPr>
            <a:xfrm>
              <a:off x="1824638" y="1733550"/>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0F104ADC-8D9A-5DA3-0D89-8EE7B7F2E178}"/>
                </a:ext>
              </a:extLst>
            </p:cNvPr>
            <p:cNvSpPr/>
            <p:nvPr/>
          </p:nvSpPr>
          <p:spPr>
            <a:xfrm>
              <a:off x="1925901" y="1819672"/>
              <a:ext cx="1091696"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2" name="Group 51">
            <a:extLst>
              <a:ext uri="{FF2B5EF4-FFF2-40B4-BE49-F238E27FC236}">
                <a16:creationId xmlns:a16="http://schemas.microsoft.com/office/drawing/2014/main" id="{8A81C02D-38FB-A561-98F0-84DF145BC24B}"/>
              </a:ext>
              <a:ext uri="{C183D7F6-B498-43B3-948B-1728B52AA6E4}">
                <adec:decorative xmlns:adec="http://schemas.microsoft.com/office/drawing/2017/decorative" val="1"/>
              </a:ext>
            </a:extLst>
          </p:cNvPr>
          <p:cNvGrpSpPr>
            <a:grpSpLocks noChangeAspect="1"/>
          </p:cNvGrpSpPr>
          <p:nvPr/>
        </p:nvGrpSpPr>
        <p:grpSpPr>
          <a:xfrm flipH="1">
            <a:off x="7914029" y="2224959"/>
            <a:ext cx="896287" cy="745643"/>
            <a:chOff x="1824638" y="1733550"/>
            <a:chExt cx="1192959" cy="992451"/>
          </a:xfrm>
        </p:grpSpPr>
        <p:sp>
          <p:nvSpPr>
            <p:cNvPr id="53" name="Rectangle 52">
              <a:extLst>
                <a:ext uri="{FF2B5EF4-FFF2-40B4-BE49-F238E27FC236}">
                  <a16:creationId xmlns:a16="http://schemas.microsoft.com/office/drawing/2014/main" id="{66C3CBC4-68D3-09A4-5D10-1F20842BC794}"/>
                </a:ext>
              </a:extLst>
            </p:cNvPr>
            <p:cNvSpPr/>
            <p:nvPr/>
          </p:nvSpPr>
          <p:spPr>
            <a:xfrm>
              <a:off x="1824638" y="1733550"/>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42C4F279-6AA3-CBC5-44D0-2632AECF1E0A}"/>
                </a:ext>
              </a:extLst>
            </p:cNvPr>
            <p:cNvSpPr/>
            <p:nvPr/>
          </p:nvSpPr>
          <p:spPr>
            <a:xfrm>
              <a:off x="1925901" y="1819672"/>
              <a:ext cx="1091696"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5" name="Group 54">
            <a:extLst>
              <a:ext uri="{FF2B5EF4-FFF2-40B4-BE49-F238E27FC236}">
                <a16:creationId xmlns:a16="http://schemas.microsoft.com/office/drawing/2014/main" id="{BECA1CCB-35DB-0122-9129-259B4617083E}"/>
              </a:ext>
              <a:ext uri="{C183D7F6-B498-43B3-948B-1728B52AA6E4}">
                <adec:decorative xmlns:adec="http://schemas.microsoft.com/office/drawing/2017/decorative" val="1"/>
              </a:ext>
            </a:extLst>
          </p:cNvPr>
          <p:cNvGrpSpPr>
            <a:grpSpLocks noChangeAspect="1"/>
          </p:cNvGrpSpPr>
          <p:nvPr/>
        </p:nvGrpSpPr>
        <p:grpSpPr>
          <a:xfrm>
            <a:off x="5723178" y="2223240"/>
            <a:ext cx="745643" cy="745643"/>
            <a:chOff x="5482999" y="1607028"/>
            <a:chExt cx="1200866" cy="1200866"/>
          </a:xfrm>
        </p:grpSpPr>
        <p:sp>
          <p:nvSpPr>
            <p:cNvPr id="56" name="Rectangle 55">
              <a:extLst>
                <a:ext uri="{FF2B5EF4-FFF2-40B4-BE49-F238E27FC236}">
                  <a16:creationId xmlns:a16="http://schemas.microsoft.com/office/drawing/2014/main" id="{93C714AB-41AE-FD9B-7AD5-BE430FDFE53D}"/>
                </a:ext>
              </a:extLst>
            </p:cNvPr>
            <p:cNvSpPr/>
            <p:nvPr/>
          </p:nvSpPr>
          <p:spPr>
            <a:xfrm>
              <a:off x="5587207" y="1711236"/>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FB22D69C-B8E7-A9B4-EBC4-8193F4475FE2}"/>
                </a:ext>
              </a:extLst>
            </p:cNvPr>
            <p:cNvSpPr/>
            <p:nvPr/>
          </p:nvSpPr>
          <p:spPr>
            <a:xfrm>
              <a:off x="5482999" y="1607028"/>
              <a:ext cx="1200866" cy="1200866"/>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8" name="Group 57">
            <a:extLst>
              <a:ext uri="{FF2B5EF4-FFF2-40B4-BE49-F238E27FC236}">
                <a16:creationId xmlns:a16="http://schemas.microsoft.com/office/drawing/2014/main" id="{69058E3F-EC8C-E9C5-D51D-8016B9D56DAD}"/>
              </a:ext>
              <a:ext uri="{C183D7F6-B498-43B3-948B-1728B52AA6E4}">
                <adec:decorative xmlns:adec="http://schemas.microsoft.com/office/drawing/2017/decorative" val="1"/>
              </a:ext>
            </a:extLst>
          </p:cNvPr>
          <p:cNvGrpSpPr>
            <a:grpSpLocks noChangeAspect="1"/>
          </p:cNvGrpSpPr>
          <p:nvPr/>
        </p:nvGrpSpPr>
        <p:grpSpPr>
          <a:xfrm>
            <a:off x="10310145" y="2224959"/>
            <a:ext cx="926876" cy="745643"/>
            <a:chOff x="7901577" y="2268089"/>
            <a:chExt cx="926876" cy="745643"/>
          </a:xfrm>
        </p:grpSpPr>
        <p:sp>
          <p:nvSpPr>
            <p:cNvPr id="59" name="Rectangle 58">
              <a:extLst>
                <a:ext uri="{FF2B5EF4-FFF2-40B4-BE49-F238E27FC236}">
                  <a16:creationId xmlns:a16="http://schemas.microsoft.com/office/drawing/2014/main" id="{645C9C47-1D17-A21F-4FDE-8E42AF1FB59B}"/>
                </a:ext>
              </a:extLst>
            </p:cNvPr>
            <p:cNvSpPr/>
            <p:nvPr/>
          </p:nvSpPr>
          <p:spPr>
            <a:xfrm flipH="1">
              <a:off x="8516862" y="2268089"/>
              <a:ext cx="311591" cy="745643"/>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87B1343A-83A5-9EE6-399B-CC27BE08E4B7}"/>
                </a:ext>
              </a:extLst>
            </p:cNvPr>
            <p:cNvSpPr/>
            <p:nvPr/>
          </p:nvSpPr>
          <p:spPr>
            <a:xfrm flipH="1">
              <a:off x="7901577" y="2332794"/>
              <a:ext cx="781787" cy="616234"/>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1" name="Group 60">
            <a:extLst>
              <a:ext uri="{FF2B5EF4-FFF2-40B4-BE49-F238E27FC236}">
                <a16:creationId xmlns:a16="http://schemas.microsoft.com/office/drawing/2014/main" id="{FB1BE4C0-D420-DC01-F608-D101F97CA828}"/>
              </a:ext>
              <a:ext uri="{C183D7F6-B498-43B3-948B-1728B52AA6E4}">
                <adec:decorative xmlns:adec="http://schemas.microsoft.com/office/drawing/2017/decorative" val="1"/>
              </a:ext>
            </a:extLst>
          </p:cNvPr>
          <p:cNvGrpSpPr>
            <a:grpSpLocks noChangeAspect="1"/>
          </p:cNvGrpSpPr>
          <p:nvPr/>
        </p:nvGrpSpPr>
        <p:grpSpPr>
          <a:xfrm flipH="1">
            <a:off x="949886" y="2224959"/>
            <a:ext cx="926876" cy="745643"/>
            <a:chOff x="7901577" y="2268089"/>
            <a:chExt cx="926876" cy="745643"/>
          </a:xfrm>
        </p:grpSpPr>
        <p:sp>
          <p:nvSpPr>
            <p:cNvPr id="62" name="Rectangle 61">
              <a:extLst>
                <a:ext uri="{FF2B5EF4-FFF2-40B4-BE49-F238E27FC236}">
                  <a16:creationId xmlns:a16="http://schemas.microsoft.com/office/drawing/2014/main" id="{7403372E-5AD4-4E55-548C-5C0DBE71D4A6}"/>
                </a:ext>
              </a:extLst>
            </p:cNvPr>
            <p:cNvSpPr/>
            <p:nvPr/>
          </p:nvSpPr>
          <p:spPr>
            <a:xfrm flipH="1">
              <a:off x="8516862" y="2268089"/>
              <a:ext cx="311591" cy="745643"/>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A33E90DA-DBAA-01EF-9F24-89DDE5362A1B}"/>
                </a:ext>
              </a:extLst>
            </p:cNvPr>
            <p:cNvSpPr/>
            <p:nvPr/>
          </p:nvSpPr>
          <p:spPr>
            <a:xfrm flipH="1">
              <a:off x="7901577" y="2332794"/>
              <a:ext cx="781787" cy="616234"/>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83" name="Graphic 82" descr="Man with cane with solid fill">
            <a:extLst>
              <a:ext uri="{FF2B5EF4-FFF2-40B4-BE49-F238E27FC236}">
                <a16:creationId xmlns:a16="http://schemas.microsoft.com/office/drawing/2014/main" id="{7DF81025-103C-0A3D-8F9A-AD325A5F426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7566" y="2302201"/>
            <a:ext cx="576000" cy="576000"/>
          </a:xfrm>
          <a:prstGeom prst="rect">
            <a:avLst/>
          </a:prstGeom>
        </p:spPr>
      </p:pic>
      <p:pic>
        <p:nvPicPr>
          <p:cNvPr id="85" name="Graphic 84" descr="Handshake with solid fill">
            <a:extLst>
              <a:ext uri="{FF2B5EF4-FFF2-40B4-BE49-F238E27FC236}">
                <a16:creationId xmlns:a16="http://schemas.microsoft.com/office/drawing/2014/main" id="{BC8F4497-33EF-4F0E-226E-5835E0FF671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13038" y="2308061"/>
            <a:ext cx="576000" cy="576000"/>
          </a:xfrm>
          <a:prstGeom prst="rect">
            <a:avLst/>
          </a:prstGeom>
        </p:spPr>
      </p:pic>
      <p:pic>
        <p:nvPicPr>
          <p:cNvPr id="87" name="Graphic 86" descr="Female Profile with solid fill">
            <a:extLst>
              <a:ext uri="{FF2B5EF4-FFF2-40B4-BE49-F238E27FC236}">
                <a16:creationId xmlns:a16="http://schemas.microsoft.com/office/drawing/2014/main" id="{F15C0AA5-DE68-267C-C59C-F3E84CDAC9A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516941" y="2310649"/>
            <a:ext cx="576000" cy="576000"/>
          </a:xfrm>
          <a:prstGeom prst="rect">
            <a:avLst/>
          </a:prstGeom>
        </p:spPr>
      </p:pic>
      <p:pic>
        <p:nvPicPr>
          <p:cNvPr id="89" name="Graphic 88" descr="Male profile with solid fill">
            <a:extLst>
              <a:ext uri="{FF2B5EF4-FFF2-40B4-BE49-F238E27FC236}">
                <a16:creationId xmlns:a16="http://schemas.microsoft.com/office/drawing/2014/main" id="{F18E8EBA-1A8D-968C-E5EF-D14AD31B28F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807999" y="2310503"/>
            <a:ext cx="576000" cy="576000"/>
          </a:xfrm>
          <a:prstGeom prst="rect">
            <a:avLst/>
          </a:prstGeom>
        </p:spPr>
      </p:pic>
      <p:pic>
        <p:nvPicPr>
          <p:cNvPr id="91" name="Graphic 90" descr="City with solid fill">
            <a:extLst>
              <a:ext uri="{FF2B5EF4-FFF2-40B4-BE49-F238E27FC236}">
                <a16:creationId xmlns:a16="http://schemas.microsoft.com/office/drawing/2014/main" id="{3E47A823-A62E-7FDC-FC0C-5E353110A6B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082799" y="2298528"/>
            <a:ext cx="576000" cy="576000"/>
          </a:xfrm>
          <a:prstGeom prst="rect">
            <a:avLst/>
          </a:prstGeom>
        </p:spPr>
      </p:pic>
    </p:spTree>
    <p:extLst>
      <p:ext uri="{BB962C8B-B14F-4D97-AF65-F5344CB8AC3E}">
        <p14:creationId xmlns:p14="http://schemas.microsoft.com/office/powerpoint/2010/main" val="3943358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1123242-1802-4890-85C8-48524FEB9010}"/>
              </a:ext>
            </a:extLst>
          </p:cNvPr>
          <p:cNvSpPr>
            <a:spLocks noGrp="1"/>
          </p:cNvSpPr>
          <p:nvPr>
            <p:ph type="title"/>
          </p:nvPr>
        </p:nvSpPr>
        <p:spPr>
          <a:xfrm>
            <a:off x="749440" y="810599"/>
            <a:ext cx="7560000" cy="370166"/>
          </a:xfrm>
        </p:spPr>
        <p:txBody>
          <a:bodyPr/>
          <a:lstStyle/>
          <a:p>
            <a:r>
              <a:rPr lang="en-US" dirty="0"/>
              <a:t>Cleaned Dataset MODEL</a:t>
            </a:r>
          </a:p>
        </p:txBody>
      </p:sp>
      <p:sp>
        <p:nvSpPr>
          <p:cNvPr id="4" name="Slide Number Placeholder 3">
            <a:extLst>
              <a:ext uri="{FF2B5EF4-FFF2-40B4-BE49-F238E27FC236}">
                <a16:creationId xmlns:a16="http://schemas.microsoft.com/office/drawing/2014/main" id="{65A32E52-1B70-4F84-B381-E9D9871504C5}"/>
              </a:ext>
            </a:extLst>
          </p:cNvPr>
          <p:cNvSpPr>
            <a:spLocks noGrp="1"/>
          </p:cNvSpPr>
          <p:nvPr>
            <p:ph type="sldNum" sz="quarter" idx="11"/>
          </p:nvPr>
        </p:nvSpPr>
        <p:spPr/>
        <p:txBody>
          <a:bodyPr/>
          <a:lstStyle/>
          <a:p>
            <a:fld id="{EECC7194-A4D0-457B-9D3E-53681723AFF7}" type="slidenum">
              <a:rPr lang="en-US" smtClean="0"/>
              <a:pPr/>
              <a:t>9</a:t>
            </a:fld>
            <a:endParaRPr lang="en-US" dirty="0"/>
          </a:p>
        </p:txBody>
      </p:sp>
      <p:sp>
        <p:nvSpPr>
          <p:cNvPr id="17" name="Text Placeholder 16">
            <a:extLst>
              <a:ext uri="{FF2B5EF4-FFF2-40B4-BE49-F238E27FC236}">
                <a16:creationId xmlns:a16="http://schemas.microsoft.com/office/drawing/2014/main" id="{7ED86B65-490B-4A46-9A35-518F306514E2}"/>
              </a:ext>
            </a:extLst>
          </p:cNvPr>
          <p:cNvSpPr>
            <a:spLocks noGrp="1"/>
          </p:cNvSpPr>
          <p:nvPr>
            <p:ph type="body" sz="quarter" idx="13"/>
          </p:nvPr>
        </p:nvSpPr>
        <p:spPr>
          <a:xfrm>
            <a:off x="681788" y="3511914"/>
            <a:ext cx="3276000" cy="3134546"/>
          </a:xfrm>
        </p:spPr>
        <p:txBody>
          <a:bodyPr/>
          <a:lstStyle/>
          <a:p>
            <a:pPr algn="ctr">
              <a:buFont typeface="Wingdings" panose="05000000000000000000" pitchFamily="2" charset="2"/>
              <a:buChar char="v"/>
            </a:pPr>
            <a:r>
              <a:rPr lang="en-US" sz="1800" noProof="1"/>
              <a:t>Datasets consists of </a:t>
            </a:r>
            <a:r>
              <a:rPr lang="en-US" sz="1800" b="1" noProof="1"/>
              <a:t>7</a:t>
            </a:r>
            <a:r>
              <a:rPr lang="en-US" sz="1800" noProof="1"/>
              <a:t> </a:t>
            </a:r>
            <a:r>
              <a:rPr lang="en-US" sz="1800" b="1" noProof="1"/>
              <a:t>Departments</a:t>
            </a:r>
            <a:r>
              <a:rPr lang="en-US" sz="1800" noProof="1"/>
              <a:t> they are classified with </a:t>
            </a:r>
            <a:r>
              <a:rPr lang="en-US" sz="1800" b="1" noProof="1"/>
              <a:t>total number of Patients </a:t>
            </a:r>
            <a:r>
              <a:rPr lang="en-US" sz="1800" noProof="1"/>
              <a:t>in each </a:t>
            </a:r>
            <a:r>
              <a:rPr lang="en-US" sz="1800" b="1" noProof="1"/>
              <a:t>Departments</a:t>
            </a:r>
            <a:r>
              <a:rPr lang="en-US" sz="1800" noProof="1"/>
              <a:t>: </a:t>
            </a:r>
          </a:p>
          <a:p>
            <a:pPr algn="ctr">
              <a:buFont typeface="Wingdings" panose="05000000000000000000" pitchFamily="2" charset="2"/>
              <a:buChar char="v"/>
            </a:pPr>
            <a:r>
              <a:rPr lang="en-US" sz="1800" b="1" noProof="1"/>
              <a:t>Cardiology-785, Dermatology-769, General Medicine-774, Neurology-779, Oncology-771, Orthopedics-832, Pediatrics-790</a:t>
            </a:r>
            <a:r>
              <a:rPr lang="en-US" sz="1800" noProof="1"/>
              <a:t>.</a:t>
            </a:r>
          </a:p>
        </p:txBody>
      </p:sp>
      <p:sp>
        <p:nvSpPr>
          <p:cNvPr id="18" name="Text Placeholder 17">
            <a:extLst>
              <a:ext uri="{FF2B5EF4-FFF2-40B4-BE49-F238E27FC236}">
                <a16:creationId xmlns:a16="http://schemas.microsoft.com/office/drawing/2014/main" id="{60CBFD8E-64DF-4423-A5AD-A66942481960}"/>
              </a:ext>
            </a:extLst>
          </p:cNvPr>
          <p:cNvSpPr>
            <a:spLocks noGrp="1"/>
          </p:cNvSpPr>
          <p:nvPr>
            <p:ph type="body" sz="quarter" idx="14"/>
          </p:nvPr>
        </p:nvSpPr>
        <p:spPr>
          <a:xfrm>
            <a:off x="682863" y="3068555"/>
            <a:ext cx="3276000" cy="360445"/>
          </a:xfrm>
        </p:spPr>
        <p:txBody>
          <a:bodyPr/>
          <a:lstStyle/>
          <a:p>
            <a:pPr algn="ctr"/>
            <a:r>
              <a:rPr lang="en-US" sz="2400" dirty="0"/>
              <a:t>Hospital Department</a:t>
            </a:r>
          </a:p>
        </p:txBody>
      </p:sp>
      <p:sp>
        <p:nvSpPr>
          <p:cNvPr id="19" name="Text Placeholder 18">
            <a:extLst>
              <a:ext uri="{FF2B5EF4-FFF2-40B4-BE49-F238E27FC236}">
                <a16:creationId xmlns:a16="http://schemas.microsoft.com/office/drawing/2014/main" id="{5546E0D8-3EE8-4FA5-9941-005B12026C46}"/>
              </a:ext>
            </a:extLst>
          </p:cNvPr>
          <p:cNvSpPr>
            <a:spLocks noGrp="1"/>
          </p:cNvSpPr>
          <p:nvPr>
            <p:ph type="body" sz="quarter" idx="15"/>
          </p:nvPr>
        </p:nvSpPr>
        <p:spPr>
          <a:xfrm>
            <a:off x="4464000" y="3511914"/>
            <a:ext cx="3276000" cy="3134546"/>
          </a:xfrm>
        </p:spPr>
        <p:txBody>
          <a:bodyPr/>
          <a:lstStyle/>
          <a:p>
            <a:pPr algn="ctr">
              <a:buFont typeface="Wingdings" panose="05000000000000000000" pitchFamily="2" charset="2"/>
              <a:buChar char="v"/>
            </a:pPr>
            <a:r>
              <a:rPr lang="en-US" sz="1800" noProof="1"/>
              <a:t>Datasets consists of </a:t>
            </a:r>
            <a:r>
              <a:rPr lang="en-US" sz="1800" b="1" noProof="1"/>
              <a:t>8</a:t>
            </a:r>
            <a:r>
              <a:rPr lang="en-US" sz="1800" noProof="1"/>
              <a:t> </a:t>
            </a:r>
            <a:r>
              <a:rPr lang="en-US" sz="1800" b="1" noProof="1"/>
              <a:t>Diagonosis</a:t>
            </a:r>
            <a:r>
              <a:rPr lang="en-US" sz="1800" noProof="1"/>
              <a:t> they are classified with </a:t>
            </a:r>
            <a:r>
              <a:rPr lang="en-US" sz="1800" b="1" noProof="1"/>
              <a:t>total number of patients</a:t>
            </a:r>
            <a:r>
              <a:rPr lang="en-US" sz="1800" noProof="1"/>
              <a:t> in each </a:t>
            </a:r>
            <a:r>
              <a:rPr lang="en-US" sz="1800" b="1" noProof="1"/>
              <a:t>Diagonosis</a:t>
            </a:r>
            <a:r>
              <a:rPr lang="en-US" sz="1800" noProof="1"/>
              <a:t>: </a:t>
            </a:r>
          </a:p>
          <a:p>
            <a:pPr algn="ctr">
              <a:buFont typeface="Wingdings" panose="05000000000000000000" pitchFamily="2" charset="2"/>
              <a:buChar char="v"/>
            </a:pPr>
            <a:r>
              <a:rPr lang="en-US" sz="1800" b="1" noProof="1"/>
              <a:t>Asthma-657, Covid-697, Diabetes-712, Fever-661, Fracture-731, Hypertension-671, </a:t>
            </a:r>
            <a:r>
              <a:rPr lang="en-IN" sz="1800" b="1" noProof="1"/>
              <a:t>Migraine-691,</a:t>
            </a:r>
            <a:r>
              <a:rPr lang="en-US" sz="1800" b="1" noProof="1"/>
              <a:t> Skin Allergy-680</a:t>
            </a:r>
            <a:r>
              <a:rPr lang="en-US" sz="1800" noProof="1"/>
              <a:t>.</a:t>
            </a:r>
          </a:p>
        </p:txBody>
      </p:sp>
      <p:sp>
        <p:nvSpPr>
          <p:cNvPr id="20" name="Text Placeholder 19">
            <a:extLst>
              <a:ext uri="{FF2B5EF4-FFF2-40B4-BE49-F238E27FC236}">
                <a16:creationId xmlns:a16="http://schemas.microsoft.com/office/drawing/2014/main" id="{DD2E6CBE-74EE-4EC6-97D7-36D6F95ED203}"/>
              </a:ext>
            </a:extLst>
          </p:cNvPr>
          <p:cNvSpPr>
            <a:spLocks noGrp="1"/>
          </p:cNvSpPr>
          <p:nvPr>
            <p:ph type="body" sz="quarter" idx="16"/>
          </p:nvPr>
        </p:nvSpPr>
        <p:spPr>
          <a:xfrm>
            <a:off x="4445432" y="3068555"/>
            <a:ext cx="3276000" cy="360445"/>
          </a:xfrm>
        </p:spPr>
        <p:txBody>
          <a:bodyPr/>
          <a:lstStyle/>
          <a:p>
            <a:pPr algn="ctr"/>
            <a:r>
              <a:rPr lang="en-US" sz="2400" dirty="0"/>
              <a:t>Diagnosis</a:t>
            </a:r>
          </a:p>
        </p:txBody>
      </p:sp>
      <p:sp>
        <p:nvSpPr>
          <p:cNvPr id="21" name="Text Placeholder 20">
            <a:extLst>
              <a:ext uri="{FF2B5EF4-FFF2-40B4-BE49-F238E27FC236}">
                <a16:creationId xmlns:a16="http://schemas.microsoft.com/office/drawing/2014/main" id="{839944D4-2F2D-438D-93AE-CFC498C791DD}"/>
              </a:ext>
            </a:extLst>
          </p:cNvPr>
          <p:cNvSpPr>
            <a:spLocks noGrp="1"/>
          </p:cNvSpPr>
          <p:nvPr>
            <p:ph type="body" sz="quarter" idx="17"/>
          </p:nvPr>
        </p:nvSpPr>
        <p:spPr>
          <a:xfrm>
            <a:off x="8208000" y="3511914"/>
            <a:ext cx="3276000" cy="2857023"/>
          </a:xfrm>
        </p:spPr>
        <p:txBody>
          <a:bodyPr/>
          <a:lstStyle/>
          <a:p>
            <a:pPr algn="ctr">
              <a:buFont typeface="Wingdings" panose="05000000000000000000" pitchFamily="2" charset="2"/>
              <a:buChar char="v"/>
            </a:pPr>
            <a:r>
              <a:rPr lang="en-US" sz="1800" noProof="1"/>
              <a:t>Datasets consists </a:t>
            </a:r>
            <a:r>
              <a:rPr lang="en-US" sz="1800" b="1" noProof="1"/>
              <a:t>5 Treatments</a:t>
            </a:r>
            <a:r>
              <a:rPr lang="en-US" sz="1800" noProof="1"/>
              <a:t> they are classified with </a:t>
            </a:r>
            <a:r>
              <a:rPr lang="en-US" sz="1800" b="1" noProof="1"/>
              <a:t>total number of patients</a:t>
            </a:r>
            <a:r>
              <a:rPr lang="en-US" sz="1800" noProof="1"/>
              <a:t> in each </a:t>
            </a:r>
            <a:r>
              <a:rPr lang="en-US" sz="1800" b="1" noProof="1"/>
              <a:t>Treatments</a:t>
            </a:r>
            <a:r>
              <a:rPr lang="en-US" sz="1800" noProof="1"/>
              <a:t>: </a:t>
            </a:r>
          </a:p>
          <a:p>
            <a:pPr algn="ctr">
              <a:buFont typeface="Wingdings" panose="05000000000000000000" pitchFamily="2" charset="2"/>
              <a:buChar char="v"/>
            </a:pPr>
            <a:r>
              <a:rPr lang="en-US" sz="1800" b="1" noProof="1"/>
              <a:t>Injection-1095, Medication-1084, Observation-1135, Surgery-1107, Therapy-1079</a:t>
            </a:r>
            <a:r>
              <a:rPr lang="en-US" sz="1800" noProof="1"/>
              <a:t>.</a:t>
            </a:r>
          </a:p>
        </p:txBody>
      </p:sp>
      <p:sp>
        <p:nvSpPr>
          <p:cNvPr id="22" name="Text Placeholder 21">
            <a:extLst>
              <a:ext uri="{FF2B5EF4-FFF2-40B4-BE49-F238E27FC236}">
                <a16:creationId xmlns:a16="http://schemas.microsoft.com/office/drawing/2014/main" id="{D0937D34-C77C-4A01-8453-A119A44FEA1D}"/>
              </a:ext>
            </a:extLst>
          </p:cNvPr>
          <p:cNvSpPr>
            <a:spLocks noGrp="1"/>
          </p:cNvSpPr>
          <p:nvPr>
            <p:ph type="body" sz="quarter" idx="18"/>
          </p:nvPr>
        </p:nvSpPr>
        <p:spPr>
          <a:xfrm>
            <a:off x="8208000" y="3068555"/>
            <a:ext cx="3276000" cy="360445"/>
          </a:xfrm>
        </p:spPr>
        <p:txBody>
          <a:bodyPr/>
          <a:lstStyle/>
          <a:p>
            <a:pPr algn="ctr"/>
            <a:r>
              <a:rPr lang="en-US" sz="2400" dirty="0"/>
              <a:t>Treatment Category</a:t>
            </a:r>
          </a:p>
        </p:txBody>
      </p:sp>
      <p:pic>
        <p:nvPicPr>
          <p:cNvPr id="45" name="Picture Placeholder 44" descr="DNA">
            <a:extLst>
              <a:ext uri="{FF2B5EF4-FFF2-40B4-BE49-F238E27FC236}">
                <a16:creationId xmlns:a16="http://schemas.microsoft.com/office/drawing/2014/main" id="{59BC955A-4F46-42BB-AE8B-64B294B4094A}"/>
              </a:ext>
            </a:extLst>
          </p:cNvPr>
          <p:cNvPicPr>
            <a:picLocks noGrp="1" noChangeAspect="1"/>
          </p:cNvPicPr>
          <p:nvPr>
            <p:ph type="pic" sz="quarter" idx="24"/>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a:stretch>
        </p:blipFill>
        <p:spPr>
          <a:xfrm>
            <a:off x="5827640" y="1951669"/>
            <a:ext cx="511585" cy="511585"/>
          </a:xfrm>
        </p:spPr>
      </p:pic>
      <p:pic>
        <p:nvPicPr>
          <p:cNvPr id="47" name="Picture Placeholder 46" descr="Heartbeat">
            <a:extLst>
              <a:ext uri="{FF2B5EF4-FFF2-40B4-BE49-F238E27FC236}">
                <a16:creationId xmlns:a16="http://schemas.microsoft.com/office/drawing/2014/main" id="{CF3CF4DD-4D31-4118-BEC8-48E0CFB07422}"/>
              </a:ext>
            </a:extLst>
          </p:cNvPr>
          <p:cNvPicPr>
            <a:picLocks noGrp="1" noChangeAspect="1"/>
          </p:cNvPicPr>
          <p:nvPr>
            <p:ph type="pic" sz="quarter" idx="25"/>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p:blipFill>
        <p:spPr>
          <a:xfrm>
            <a:off x="9590208" y="2008906"/>
            <a:ext cx="511585" cy="511585"/>
          </a:xfrm>
        </p:spPr>
      </p:pic>
      <p:sp>
        <p:nvSpPr>
          <p:cNvPr id="30" name="object 7" descr="Beige rectangle">
            <a:extLst>
              <a:ext uri="{FF2B5EF4-FFF2-40B4-BE49-F238E27FC236}">
                <a16:creationId xmlns:a16="http://schemas.microsoft.com/office/drawing/2014/main" id="{1E04C292-AE6A-4666-9EA6-9D87F84CB793}"/>
              </a:ext>
            </a:extLst>
          </p:cNvPr>
          <p:cNvSpPr/>
          <p:nvPr/>
        </p:nvSpPr>
        <p:spPr bwMode="white">
          <a:xfrm flipV="1">
            <a:off x="722099" y="1277067"/>
            <a:ext cx="5487632"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grpSp>
        <p:nvGrpSpPr>
          <p:cNvPr id="5" name="Group 4">
            <a:extLst>
              <a:ext uri="{FF2B5EF4-FFF2-40B4-BE49-F238E27FC236}">
                <a16:creationId xmlns:a16="http://schemas.microsoft.com/office/drawing/2014/main" id="{25EE06CE-237F-44E6-BF7E-72B27BB6A6DB}"/>
              </a:ext>
              <a:ext uri="{C183D7F6-B498-43B3-948B-1728B52AA6E4}">
                <adec:decorative xmlns:adec="http://schemas.microsoft.com/office/drawing/2017/decorative" val="1"/>
              </a:ext>
            </a:extLst>
          </p:cNvPr>
          <p:cNvGrpSpPr/>
          <p:nvPr/>
        </p:nvGrpSpPr>
        <p:grpSpPr>
          <a:xfrm>
            <a:off x="9164878" y="1733550"/>
            <a:ext cx="1177348" cy="992451"/>
            <a:chOff x="9164878" y="1733550"/>
            <a:chExt cx="1177348" cy="992451"/>
          </a:xfrm>
        </p:grpSpPr>
        <p:sp>
          <p:nvSpPr>
            <p:cNvPr id="85" name="Rectangle 84">
              <a:extLst>
                <a:ext uri="{FF2B5EF4-FFF2-40B4-BE49-F238E27FC236}">
                  <a16:creationId xmlns:a16="http://schemas.microsoft.com/office/drawing/2014/main" id="{2183E070-F2AC-4FAC-84B2-3622CF377DCE}"/>
                </a:ext>
                <a:ext uri="{C183D7F6-B498-43B3-948B-1728B52AA6E4}">
                  <adec:decorative xmlns:adec="http://schemas.microsoft.com/office/drawing/2017/decorative" val="1"/>
                </a:ext>
              </a:extLst>
            </p:cNvPr>
            <p:cNvSpPr/>
            <p:nvPr/>
          </p:nvSpPr>
          <p:spPr>
            <a:xfrm>
              <a:off x="9349775" y="1733550"/>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Rectangle 85">
              <a:extLst>
                <a:ext uri="{FF2B5EF4-FFF2-40B4-BE49-F238E27FC236}">
                  <a16:creationId xmlns:a16="http://schemas.microsoft.com/office/drawing/2014/main" id="{C35680A2-0542-4B12-830D-8B2A95324F4C}"/>
                </a:ext>
              </a:extLst>
            </p:cNvPr>
            <p:cNvSpPr/>
            <p:nvPr/>
          </p:nvSpPr>
          <p:spPr>
            <a:xfrm>
              <a:off x="9164878" y="1819672"/>
              <a:ext cx="1091696"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 name="Group 1">
            <a:extLst>
              <a:ext uri="{FF2B5EF4-FFF2-40B4-BE49-F238E27FC236}">
                <a16:creationId xmlns:a16="http://schemas.microsoft.com/office/drawing/2014/main" id="{3C6003A3-849D-4BA1-BF85-B6F50F872808}"/>
              </a:ext>
              <a:ext uri="{C183D7F6-B498-43B3-948B-1728B52AA6E4}">
                <adec:decorative xmlns:adec="http://schemas.microsoft.com/office/drawing/2017/decorative" val="1"/>
              </a:ext>
            </a:extLst>
          </p:cNvPr>
          <p:cNvGrpSpPr/>
          <p:nvPr/>
        </p:nvGrpSpPr>
        <p:grpSpPr>
          <a:xfrm>
            <a:off x="1824638" y="1733550"/>
            <a:ext cx="1192959" cy="992451"/>
            <a:chOff x="1824638" y="1733550"/>
            <a:chExt cx="1192959" cy="992451"/>
          </a:xfrm>
        </p:grpSpPr>
        <p:sp>
          <p:nvSpPr>
            <p:cNvPr id="83" name="Rectangle 82">
              <a:extLst>
                <a:ext uri="{FF2B5EF4-FFF2-40B4-BE49-F238E27FC236}">
                  <a16:creationId xmlns:a16="http://schemas.microsoft.com/office/drawing/2014/main" id="{C65C63E4-7456-4EA3-AB9B-0BC0EEF50323}"/>
                </a:ext>
              </a:extLst>
            </p:cNvPr>
            <p:cNvSpPr/>
            <p:nvPr/>
          </p:nvSpPr>
          <p:spPr>
            <a:xfrm>
              <a:off x="1824638" y="1733550"/>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Rectangle 88">
              <a:extLst>
                <a:ext uri="{FF2B5EF4-FFF2-40B4-BE49-F238E27FC236}">
                  <a16:creationId xmlns:a16="http://schemas.microsoft.com/office/drawing/2014/main" id="{9E3F9864-B075-4CC7-B167-7CE1FB0314D7}"/>
                </a:ext>
              </a:extLst>
            </p:cNvPr>
            <p:cNvSpPr/>
            <p:nvPr/>
          </p:nvSpPr>
          <p:spPr>
            <a:xfrm>
              <a:off x="1925901" y="1819672"/>
              <a:ext cx="1091696"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 name="Group 2">
            <a:extLst>
              <a:ext uri="{FF2B5EF4-FFF2-40B4-BE49-F238E27FC236}">
                <a16:creationId xmlns:a16="http://schemas.microsoft.com/office/drawing/2014/main" id="{EC26C130-0A78-4033-83C0-068066B19375}"/>
              </a:ext>
              <a:ext uri="{C183D7F6-B498-43B3-948B-1728B52AA6E4}">
                <adec:decorative xmlns:adec="http://schemas.microsoft.com/office/drawing/2017/decorative" val="1"/>
              </a:ext>
            </a:extLst>
          </p:cNvPr>
          <p:cNvGrpSpPr/>
          <p:nvPr/>
        </p:nvGrpSpPr>
        <p:grpSpPr>
          <a:xfrm>
            <a:off x="5482999" y="1607028"/>
            <a:ext cx="1200866" cy="1200866"/>
            <a:chOff x="5482999" y="1607028"/>
            <a:chExt cx="1200866" cy="1200866"/>
          </a:xfrm>
        </p:grpSpPr>
        <p:sp>
          <p:nvSpPr>
            <p:cNvPr id="84" name="Rectangle 83">
              <a:extLst>
                <a:ext uri="{FF2B5EF4-FFF2-40B4-BE49-F238E27FC236}">
                  <a16:creationId xmlns:a16="http://schemas.microsoft.com/office/drawing/2014/main" id="{97FF1BC4-6B01-43E0-9719-53942A96A464}"/>
                </a:ext>
              </a:extLst>
            </p:cNvPr>
            <p:cNvSpPr/>
            <p:nvPr/>
          </p:nvSpPr>
          <p:spPr>
            <a:xfrm>
              <a:off x="5587207" y="1711236"/>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90">
              <a:extLst>
                <a:ext uri="{FF2B5EF4-FFF2-40B4-BE49-F238E27FC236}">
                  <a16:creationId xmlns:a16="http://schemas.microsoft.com/office/drawing/2014/main" id="{E9E8DB26-A207-4225-BABF-5E16AD0A8A72}"/>
                </a:ext>
              </a:extLst>
            </p:cNvPr>
            <p:cNvSpPr/>
            <p:nvPr/>
          </p:nvSpPr>
          <p:spPr>
            <a:xfrm>
              <a:off x="5482999" y="1607028"/>
              <a:ext cx="1200866" cy="1200866"/>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 name="Graphic 5" descr="Schoolhouse with solid fill">
            <a:extLst>
              <a:ext uri="{FF2B5EF4-FFF2-40B4-BE49-F238E27FC236}">
                <a16:creationId xmlns:a16="http://schemas.microsoft.com/office/drawing/2014/main" id="{D2588728-5B7B-AEFE-40AE-4EC3C993044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019306" y="1923775"/>
            <a:ext cx="720000" cy="720000"/>
          </a:xfrm>
          <a:prstGeom prst="rect">
            <a:avLst/>
          </a:prstGeom>
        </p:spPr>
      </p:pic>
    </p:spTree>
    <p:extLst>
      <p:ext uri="{BB962C8B-B14F-4D97-AF65-F5344CB8AC3E}">
        <p14:creationId xmlns:p14="http://schemas.microsoft.com/office/powerpoint/2010/main" val="1299719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0822E43-C110-41B5-9E8C-BBA2A6D7228B}"/>
              </a:ext>
            </a:extLst>
          </p:cNvPr>
          <p:cNvSpPr>
            <a:spLocks noGrp="1"/>
          </p:cNvSpPr>
          <p:nvPr>
            <p:ph type="sldNum" sz="quarter" idx="11"/>
          </p:nvPr>
        </p:nvSpPr>
        <p:spPr/>
        <p:txBody>
          <a:bodyPr/>
          <a:lstStyle/>
          <a:p>
            <a:fld id="{EECC7194-A4D0-457B-9D3E-53681723AFF7}" type="slidenum">
              <a:rPr lang="en-US" smtClean="0"/>
              <a:pPr/>
              <a:t>10</a:t>
            </a:fld>
            <a:endParaRPr lang="en-US" dirty="0"/>
          </a:p>
        </p:txBody>
      </p:sp>
      <p:sp>
        <p:nvSpPr>
          <p:cNvPr id="2" name="Title 1">
            <a:extLst>
              <a:ext uri="{FF2B5EF4-FFF2-40B4-BE49-F238E27FC236}">
                <a16:creationId xmlns:a16="http://schemas.microsoft.com/office/drawing/2014/main" id="{2384CEA7-D60A-47AE-A867-C557D000559F}"/>
              </a:ext>
            </a:extLst>
          </p:cNvPr>
          <p:cNvSpPr>
            <a:spLocks noGrp="1"/>
          </p:cNvSpPr>
          <p:nvPr>
            <p:ph type="title"/>
          </p:nvPr>
        </p:nvSpPr>
        <p:spPr/>
        <p:txBody>
          <a:bodyPr/>
          <a:lstStyle/>
          <a:p>
            <a:r>
              <a:rPr lang="en-US" dirty="0"/>
              <a:t>Revenue by Department</a:t>
            </a:r>
          </a:p>
        </p:txBody>
      </p:sp>
      <p:sp>
        <p:nvSpPr>
          <p:cNvPr id="5" name="object 7" descr="Beige rectangle">
            <a:extLst>
              <a:ext uri="{FF2B5EF4-FFF2-40B4-BE49-F238E27FC236}">
                <a16:creationId xmlns:a16="http://schemas.microsoft.com/office/drawing/2014/main" id="{F173E3BB-F601-4F0E-90AC-4E1473812240}"/>
              </a:ext>
            </a:extLst>
          </p:cNvPr>
          <p:cNvSpPr/>
          <p:nvPr/>
        </p:nvSpPr>
        <p:spPr bwMode="white">
          <a:xfrm flipV="1">
            <a:off x="722098" y="1072099"/>
            <a:ext cx="5373902" cy="212505"/>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graphicFrame>
        <p:nvGraphicFramePr>
          <p:cNvPr id="6" name="Chart 5">
            <a:extLst>
              <a:ext uri="{FF2B5EF4-FFF2-40B4-BE49-F238E27FC236}">
                <a16:creationId xmlns:a16="http://schemas.microsoft.com/office/drawing/2014/main" id="{AD318045-6EB6-4D3C-B777-B8731960E769}"/>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3494401923"/>
              </p:ext>
            </p:extLst>
          </p:nvPr>
        </p:nvGraphicFramePr>
        <p:xfrm>
          <a:off x="2983230" y="1833396"/>
          <a:ext cx="6174740" cy="4116494"/>
        </p:xfrm>
        <a:graphic>
          <a:graphicData uri="http://schemas.openxmlformats.org/drawingml/2006/chart">
            <c:chart xmlns:c="http://schemas.openxmlformats.org/drawingml/2006/chart" xmlns:r="http://schemas.openxmlformats.org/officeDocument/2006/relationships" r:id="rId2"/>
          </a:graphicData>
        </a:graphic>
      </p:graphicFrame>
      <p:sp>
        <p:nvSpPr>
          <p:cNvPr id="33" name="Rectangle 32">
            <a:extLst>
              <a:ext uri="{FF2B5EF4-FFF2-40B4-BE49-F238E27FC236}">
                <a16:creationId xmlns:a16="http://schemas.microsoft.com/office/drawing/2014/main" id="{DF55647B-6250-409F-984B-A2399BBF5119}"/>
              </a:ext>
              <a:ext uri="{C183D7F6-B498-43B3-948B-1728B52AA6E4}">
                <adec:decorative xmlns:adec="http://schemas.microsoft.com/office/drawing/2017/decorative" val="1"/>
              </a:ext>
            </a:extLst>
          </p:cNvPr>
          <p:cNvSpPr/>
          <p:nvPr/>
        </p:nvSpPr>
        <p:spPr>
          <a:xfrm>
            <a:off x="5599775" y="3395418"/>
            <a:ext cx="992451" cy="992451"/>
          </a:xfrm>
          <a:prstGeom prst="rect">
            <a:avLst/>
          </a:prstGeom>
          <a:noFill/>
          <a:ln w="6350">
            <a:solidFill>
              <a:schemeClr val="bg1">
                <a:lumMod val="50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 name="Chart 2">
            <a:extLst>
              <a:ext uri="{FF2B5EF4-FFF2-40B4-BE49-F238E27FC236}">
                <a16:creationId xmlns:a16="http://schemas.microsoft.com/office/drawing/2014/main" id="{D8868313-556B-4D1E-B8C2-64D095495FCF}"/>
              </a:ext>
            </a:extLst>
          </p:cNvPr>
          <p:cNvGraphicFramePr>
            <a:graphicFrameLocks/>
          </p:cNvGraphicFramePr>
          <p:nvPr>
            <p:extLst>
              <p:ext uri="{D42A27DB-BD31-4B8C-83A1-F6EECF244321}">
                <p14:modId xmlns:p14="http://schemas.microsoft.com/office/powerpoint/2010/main" val="2552372278"/>
              </p:ext>
            </p:extLst>
          </p:nvPr>
        </p:nvGraphicFramePr>
        <p:xfrm>
          <a:off x="2983230" y="1467222"/>
          <a:ext cx="6329581" cy="455903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86196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9FBC09-5A84-45A9-B63B-5DEAA4BE7605}"/>
              </a:ext>
            </a:extLst>
          </p:cNvPr>
          <p:cNvSpPr>
            <a:spLocks noGrp="1"/>
          </p:cNvSpPr>
          <p:nvPr>
            <p:ph type="title"/>
          </p:nvPr>
        </p:nvSpPr>
        <p:spPr/>
        <p:txBody>
          <a:bodyPr/>
          <a:lstStyle/>
          <a:p>
            <a:r>
              <a:rPr lang="en-US" dirty="0"/>
              <a:t>MAJOR </a:t>
            </a:r>
            <a:r>
              <a:rPr lang="en-US" dirty="0" err="1"/>
              <a:t>eXPLANATION</a:t>
            </a:r>
            <a:r>
              <a:rPr lang="en-US" dirty="0"/>
              <a:t> 1</a:t>
            </a:r>
          </a:p>
        </p:txBody>
      </p:sp>
      <p:sp>
        <p:nvSpPr>
          <p:cNvPr id="4" name="Content Placeholder 3">
            <a:extLst>
              <a:ext uri="{FF2B5EF4-FFF2-40B4-BE49-F238E27FC236}">
                <a16:creationId xmlns:a16="http://schemas.microsoft.com/office/drawing/2014/main" id="{199A93DB-B3B6-47AF-84B6-0AE60CEEF594}"/>
              </a:ext>
            </a:extLst>
          </p:cNvPr>
          <p:cNvSpPr>
            <a:spLocks noGrp="1"/>
          </p:cNvSpPr>
          <p:nvPr>
            <p:ph idx="1"/>
          </p:nvPr>
        </p:nvSpPr>
        <p:spPr>
          <a:xfrm>
            <a:off x="2067791" y="1992932"/>
            <a:ext cx="8618682" cy="2956429"/>
          </a:xfrm>
        </p:spPr>
        <p:txBody>
          <a:bodyPr/>
          <a:lstStyle/>
          <a:p>
            <a:r>
              <a:rPr lang="en-US" sz="3200" b="1" dirty="0">
                <a:solidFill>
                  <a:schemeClr val="tx2">
                    <a:lumMod val="90000"/>
                    <a:lumOff val="10000"/>
                  </a:schemeClr>
                </a:solidFill>
              </a:rPr>
              <a:t>Revenue by Department</a:t>
            </a:r>
          </a:p>
          <a:p>
            <a:endParaRPr lang="en-US" sz="3600" dirty="0">
              <a:solidFill>
                <a:schemeClr val="tx2">
                  <a:lumMod val="90000"/>
                  <a:lumOff val="10000"/>
                </a:schemeClr>
              </a:solidFill>
            </a:endParaRPr>
          </a:p>
          <a:p>
            <a:pPr marL="342900" indent="-342900">
              <a:buFont typeface="Wingdings" panose="05000000000000000000" pitchFamily="2" charset="2"/>
              <a:buChar char="q"/>
            </a:pPr>
            <a:r>
              <a:rPr lang="en-US" sz="2400" dirty="0"/>
              <a:t>Revenue by each department vary in their </a:t>
            </a:r>
            <a:r>
              <a:rPr lang="en-US" sz="2400" b="1" dirty="0"/>
              <a:t>bill amount</a:t>
            </a:r>
            <a:r>
              <a:rPr lang="en-US" sz="2400" dirty="0"/>
              <a:t>. </a:t>
            </a:r>
            <a:r>
              <a:rPr lang="en-GB" sz="2400" dirty="0"/>
              <a:t>The chart shows revenue across various departments. Especially </a:t>
            </a:r>
            <a:r>
              <a:rPr lang="en-GB" sz="2400" b="1" dirty="0" err="1"/>
              <a:t>Orthopedics</a:t>
            </a:r>
            <a:r>
              <a:rPr lang="en-GB" sz="2400" dirty="0"/>
              <a:t> </a:t>
            </a:r>
            <a:r>
              <a:rPr lang="en-GB" sz="2400" b="1" dirty="0"/>
              <a:t>(68.2 L) </a:t>
            </a:r>
            <a:r>
              <a:rPr lang="en-GB" sz="2400" dirty="0"/>
              <a:t>and </a:t>
            </a:r>
            <a:r>
              <a:rPr lang="en-GB" sz="2400" b="1" dirty="0"/>
              <a:t>Cardiology</a:t>
            </a:r>
            <a:r>
              <a:rPr lang="en-GB" sz="2400" dirty="0"/>
              <a:t> </a:t>
            </a:r>
            <a:r>
              <a:rPr lang="en-GB" sz="2400" b="1" dirty="0"/>
              <a:t>(72.5 L) </a:t>
            </a:r>
            <a:r>
              <a:rPr lang="en-GB" sz="2400" dirty="0"/>
              <a:t>are among the highest contributors.</a:t>
            </a:r>
            <a:endParaRPr lang="en-US" sz="2400" b="1" dirty="0"/>
          </a:p>
          <a:p>
            <a:endParaRPr lang="en-US" sz="1200" dirty="0"/>
          </a:p>
        </p:txBody>
      </p:sp>
      <p:sp>
        <p:nvSpPr>
          <p:cNvPr id="5" name="Slide Number Placeholder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a:lstStyle/>
          <a:p>
            <a:fld id="{EECC7194-A4D0-457B-9D3E-53681723AFF7}" type="slidenum">
              <a:rPr lang="en-US" smtClean="0"/>
              <a:pPr/>
              <a:t>11</a:t>
            </a:fld>
            <a:endParaRPr lang="en-US" dirty="0"/>
          </a:p>
        </p:txBody>
      </p:sp>
      <p:sp>
        <p:nvSpPr>
          <p:cNvPr id="11" name="object 7" descr="Beige rectangle">
            <a:extLst>
              <a:ext uri="{FF2B5EF4-FFF2-40B4-BE49-F238E27FC236}">
                <a16:creationId xmlns:a16="http://schemas.microsoft.com/office/drawing/2014/main" id="{0EF37AB9-30F5-41E6-9478-F4DEF99FA9B7}"/>
              </a:ext>
            </a:extLst>
          </p:cNvPr>
          <p:cNvSpPr/>
          <p:nvPr/>
        </p:nvSpPr>
        <p:spPr bwMode="white">
          <a:xfrm flipV="1">
            <a:off x="571971" y="1178352"/>
            <a:ext cx="4859837" cy="186424"/>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spTree>
    <p:extLst>
      <p:ext uri="{BB962C8B-B14F-4D97-AF65-F5344CB8AC3E}">
        <p14:creationId xmlns:p14="http://schemas.microsoft.com/office/powerpoint/2010/main" val="2436294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0822E43-C110-41B5-9E8C-BBA2A6D7228B}"/>
              </a:ext>
            </a:extLst>
          </p:cNvPr>
          <p:cNvSpPr>
            <a:spLocks noGrp="1"/>
          </p:cNvSpPr>
          <p:nvPr>
            <p:ph type="sldNum" sz="quarter" idx="11"/>
          </p:nvPr>
        </p:nvSpPr>
        <p:spPr/>
        <p:txBody>
          <a:bodyPr/>
          <a:lstStyle/>
          <a:p>
            <a:fld id="{EECC7194-A4D0-457B-9D3E-53681723AFF7}" type="slidenum">
              <a:rPr lang="en-US" smtClean="0"/>
              <a:pPr/>
              <a:t>12</a:t>
            </a:fld>
            <a:endParaRPr lang="en-US" dirty="0"/>
          </a:p>
        </p:txBody>
      </p:sp>
      <p:sp>
        <p:nvSpPr>
          <p:cNvPr id="2" name="Title 1">
            <a:extLst>
              <a:ext uri="{FF2B5EF4-FFF2-40B4-BE49-F238E27FC236}">
                <a16:creationId xmlns:a16="http://schemas.microsoft.com/office/drawing/2014/main" id="{2384CEA7-D60A-47AE-A867-C557D000559F}"/>
              </a:ext>
            </a:extLst>
          </p:cNvPr>
          <p:cNvSpPr>
            <a:spLocks noGrp="1"/>
          </p:cNvSpPr>
          <p:nvPr>
            <p:ph type="title"/>
          </p:nvPr>
        </p:nvSpPr>
        <p:spPr/>
        <p:txBody>
          <a:bodyPr/>
          <a:lstStyle/>
          <a:p>
            <a:r>
              <a:rPr lang="en-US" dirty="0"/>
              <a:t>Patient Geographic Distribution</a:t>
            </a:r>
          </a:p>
        </p:txBody>
      </p:sp>
      <p:sp>
        <p:nvSpPr>
          <p:cNvPr id="5" name="object 7" descr="Beige rectangle">
            <a:extLst>
              <a:ext uri="{FF2B5EF4-FFF2-40B4-BE49-F238E27FC236}">
                <a16:creationId xmlns:a16="http://schemas.microsoft.com/office/drawing/2014/main" id="{F173E3BB-F601-4F0E-90AC-4E1473812240}"/>
              </a:ext>
            </a:extLst>
          </p:cNvPr>
          <p:cNvSpPr/>
          <p:nvPr/>
        </p:nvSpPr>
        <p:spPr bwMode="white">
          <a:xfrm flipV="1">
            <a:off x="722098" y="1178352"/>
            <a:ext cx="7521902" cy="131833"/>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graphicFrame>
        <p:nvGraphicFramePr>
          <p:cNvPr id="6" name="Chart 5">
            <a:extLst>
              <a:ext uri="{FF2B5EF4-FFF2-40B4-BE49-F238E27FC236}">
                <a16:creationId xmlns:a16="http://schemas.microsoft.com/office/drawing/2014/main" id="{AD318045-6EB6-4D3C-B777-B8731960E769}"/>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2054796975"/>
              </p:ext>
            </p:extLst>
          </p:nvPr>
        </p:nvGraphicFramePr>
        <p:xfrm>
          <a:off x="2983230" y="1833396"/>
          <a:ext cx="6174740" cy="4116494"/>
        </p:xfrm>
        <a:graphic>
          <a:graphicData uri="http://schemas.openxmlformats.org/drawingml/2006/chart">
            <c:chart xmlns:c="http://schemas.openxmlformats.org/drawingml/2006/chart" xmlns:r="http://schemas.openxmlformats.org/officeDocument/2006/relationships" r:id="rId2"/>
          </a:graphicData>
        </a:graphic>
      </p:graphicFrame>
      <p:sp>
        <p:nvSpPr>
          <p:cNvPr id="33" name="Rectangle 32">
            <a:extLst>
              <a:ext uri="{FF2B5EF4-FFF2-40B4-BE49-F238E27FC236}">
                <a16:creationId xmlns:a16="http://schemas.microsoft.com/office/drawing/2014/main" id="{DF55647B-6250-409F-984B-A2399BBF5119}"/>
              </a:ext>
              <a:ext uri="{C183D7F6-B498-43B3-948B-1728B52AA6E4}">
                <adec:decorative xmlns:adec="http://schemas.microsoft.com/office/drawing/2017/decorative" val="1"/>
              </a:ext>
            </a:extLst>
          </p:cNvPr>
          <p:cNvSpPr/>
          <p:nvPr/>
        </p:nvSpPr>
        <p:spPr>
          <a:xfrm>
            <a:off x="5599775" y="3395418"/>
            <a:ext cx="992451" cy="992451"/>
          </a:xfrm>
          <a:prstGeom prst="rect">
            <a:avLst/>
          </a:prstGeom>
          <a:noFill/>
          <a:ln w="6350">
            <a:solidFill>
              <a:schemeClr val="bg1">
                <a:lumMod val="50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7" name="Chart 6">
            <a:extLst>
              <a:ext uri="{FF2B5EF4-FFF2-40B4-BE49-F238E27FC236}">
                <a16:creationId xmlns:a16="http://schemas.microsoft.com/office/drawing/2014/main" id="{8F478692-C48E-41DF-8538-CBDFE06BC509}"/>
              </a:ext>
            </a:extLst>
          </p:cNvPr>
          <p:cNvGraphicFramePr>
            <a:graphicFrameLocks/>
          </p:cNvGraphicFramePr>
          <p:nvPr>
            <p:extLst>
              <p:ext uri="{D42A27DB-BD31-4B8C-83A1-F6EECF244321}">
                <p14:modId xmlns:p14="http://schemas.microsoft.com/office/powerpoint/2010/main" val="3081464864"/>
              </p:ext>
            </p:extLst>
          </p:nvPr>
        </p:nvGraphicFramePr>
        <p:xfrm>
          <a:off x="722098" y="1421503"/>
          <a:ext cx="10619192" cy="482026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04165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9FBC09-5A84-45A9-B63B-5DEAA4BE7605}"/>
              </a:ext>
            </a:extLst>
          </p:cNvPr>
          <p:cNvSpPr>
            <a:spLocks noGrp="1"/>
          </p:cNvSpPr>
          <p:nvPr>
            <p:ph type="title"/>
          </p:nvPr>
        </p:nvSpPr>
        <p:spPr>
          <a:xfrm>
            <a:off x="684000" y="821834"/>
            <a:ext cx="7560000" cy="370166"/>
          </a:xfrm>
        </p:spPr>
        <p:txBody>
          <a:bodyPr/>
          <a:lstStyle/>
          <a:p>
            <a:r>
              <a:rPr lang="en-US" dirty="0"/>
              <a:t>MAJOR </a:t>
            </a:r>
            <a:r>
              <a:rPr lang="en-US" dirty="0" err="1"/>
              <a:t>eXPLANATION</a:t>
            </a:r>
            <a:r>
              <a:rPr lang="en-US" dirty="0"/>
              <a:t> 2</a:t>
            </a:r>
          </a:p>
        </p:txBody>
      </p:sp>
      <p:sp>
        <p:nvSpPr>
          <p:cNvPr id="4" name="Content Placeholder 3">
            <a:extLst>
              <a:ext uri="{FF2B5EF4-FFF2-40B4-BE49-F238E27FC236}">
                <a16:creationId xmlns:a16="http://schemas.microsoft.com/office/drawing/2014/main" id="{199A93DB-B3B6-47AF-84B6-0AE60CEEF594}"/>
              </a:ext>
            </a:extLst>
          </p:cNvPr>
          <p:cNvSpPr>
            <a:spLocks noGrp="1"/>
          </p:cNvSpPr>
          <p:nvPr>
            <p:ph idx="1"/>
          </p:nvPr>
        </p:nvSpPr>
        <p:spPr>
          <a:xfrm>
            <a:off x="2067791" y="1992933"/>
            <a:ext cx="8618682" cy="2505176"/>
          </a:xfrm>
        </p:spPr>
        <p:txBody>
          <a:bodyPr/>
          <a:lstStyle/>
          <a:p>
            <a:r>
              <a:rPr lang="en-US" sz="3200" b="1" dirty="0">
                <a:solidFill>
                  <a:schemeClr val="tx2">
                    <a:lumMod val="90000"/>
                    <a:lumOff val="10000"/>
                  </a:schemeClr>
                </a:solidFill>
              </a:rPr>
              <a:t>Patient Geographic Distribution</a:t>
            </a:r>
          </a:p>
          <a:p>
            <a:endParaRPr lang="en-US" sz="3600" b="1" dirty="0">
              <a:solidFill>
                <a:schemeClr val="tx2">
                  <a:lumMod val="90000"/>
                  <a:lumOff val="10000"/>
                </a:schemeClr>
              </a:solidFill>
            </a:endParaRPr>
          </a:p>
          <a:p>
            <a:pPr marL="342900" indent="-342900">
              <a:buFont typeface="Wingdings" panose="05000000000000000000" pitchFamily="2" charset="2"/>
              <a:buChar char="q"/>
            </a:pPr>
            <a:r>
              <a:rPr lang="en-US" sz="2400" dirty="0"/>
              <a:t>Analysis of patient volume by city. Helps identify key regional</a:t>
            </a:r>
          </a:p>
          <a:p>
            <a:r>
              <a:rPr lang="en-US" sz="2400" dirty="0"/>
              <a:t>hubs for the hospital. The </a:t>
            </a:r>
            <a:r>
              <a:rPr lang="en-US" sz="2400" b="1" dirty="0"/>
              <a:t>Least</a:t>
            </a:r>
            <a:r>
              <a:rPr lang="en-US" sz="2400" dirty="0"/>
              <a:t> cases from </a:t>
            </a:r>
            <a:r>
              <a:rPr lang="en-US" sz="2400" b="1" dirty="0"/>
              <a:t>Hyderabad (513)</a:t>
            </a:r>
            <a:r>
              <a:rPr lang="en-US" sz="2400" dirty="0"/>
              <a:t>.</a:t>
            </a:r>
          </a:p>
          <a:p>
            <a:endParaRPr lang="en-US" sz="1200" b="1" dirty="0"/>
          </a:p>
        </p:txBody>
      </p:sp>
      <p:sp>
        <p:nvSpPr>
          <p:cNvPr id="5" name="Slide Number Placeholder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a:lstStyle/>
          <a:p>
            <a:fld id="{EECC7194-A4D0-457B-9D3E-53681723AFF7}" type="slidenum">
              <a:rPr lang="en-US" smtClean="0"/>
              <a:pPr/>
              <a:t>13</a:t>
            </a:fld>
            <a:endParaRPr lang="en-US" dirty="0"/>
          </a:p>
        </p:txBody>
      </p:sp>
      <p:sp>
        <p:nvSpPr>
          <p:cNvPr id="11" name="object 7" descr="Beige rectangle">
            <a:extLst>
              <a:ext uri="{FF2B5EF4-FFF2-40B4-BE49-F238E27FC236}">
                <a16:creationId xmlns:a16="http://schemas.microsoft.com/office/drawing/2014/main" id="{0EF37AB9-30F5-41E6-9478-F4DEF99FA9B7}"/>
              </a:ext>
            </a:extLst>
          </p:cNvPr>
          <p:cNvSpPr/>
          <p:nvPr/>
        </p:nvSpPr>
        <p:spPr bwMode="white">
          <a:xfrm flipV="1">
            <a:off x="722098" y="1277067"/>
            <a:ext cx="4777949"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spTree>
    <p:extLst>
      <p:ext uri="{BB962C8B-B14F-4D97-AF65-F5344CB8AC3E}">
        <p14:creationId xmlns:p14="http://schemas.microsoft.com/office/powerpoint/2010/main" val="20746957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0822E43-C110-41B5-9E8C-BBA2A6D7228B}"/>
              </a:ext>
            </a:extLst>
          </p:cNvPr>
          <p:cNvSpPr>
            <a:spLocks noGrp="1"/>
          </p:cNvSpPr>
          <p:nvPr>
            <p:ph type="sldNum" sz="quarter" idx="11"/>
          </p:nvPr>
        </p:nvSpPr>
        <p:spPr/>
        <p:txBody>
          <a:bodyPr/>
          <a:lstStyle/>
          <a:p>
            <a:fld id="{EECC7194-A4D0-457B-9D3E-53681723AFF7}" type="slidenum">
              <a:rPr lang="en-US" smtClean="0"/>
              <a:pPr/>
              <a:t>14</a:t>
            </a:fld>
            <a:endParaRPr lang="en-US" dirty="0"/>
          </a:p>
        </p:txBody>
      </p:sp>
      <p:sp>
        <p:nvSpPr>
          <p:cNvPr id="2" name="Title 1">
            <a:extLst>
              <a:ext uri="{FF2B5EF4-FFF2-40B4-BE49-F238E27FC236}">
                <a16:creationId xmlns:a16="http://schemas.microsoft.com/office/drawing/2014/main" id="{2384CEA7-D60A-47AE-A867-C557D000559F}"/>
              </a:ext>
            </a:extLst>
          </p:cNvPr>
          <p:cNvSpPr>
            <a:spLocks noGrp="1"/>
          </p:cNvSpPr>
          <p:nvPr>
            <p:ph type="title"/>
          </p:nvPr>
        </p:nvSpPr>
        <p:spPr>
          <a:xfrm>
            <a:off x="684000" y="808186"/>
            <a:ext cx="8725906" cy="370166"/>
          </a:xfrm>
        </p:spPr>
        <p:txBody>
          <a:bodyPr/>
          <a:lstStyle/>
          <a:p>
            <a:r>
              <a:rPr lang="en-US" dirty="0"/>
              <a:t>Doctor  average Feedback Scores</a:t>
            </a:r>
          </a:p>
        </p:txBody>
      </p:sp>
      <p:sp>
        <p:nvSpPr>
          <p:cNvPr id="5" name="object 7" descr="Beige rectangle">
            <a:extLst>
              <a:ext uri="{FF2B5EF4-FFF2-40B4-BE49-F238E27FC236}">
                <a16:creationId xmlns:a16="http://schemas.microsoft.com/office/drawing/2014/main" id="{F173E3BB-F601-4F0E-90AC-4E1473812240}"/>
              </a:ext>
            </a:extLst>
          </p:cNvPr>
          <p:cNvSpPr/>
          <p:nvPr/>
        </p:nvSpPr>
        <p:spPr bwMode="white">
          <a:xfrm>
            <a:off x="684000" y="1310185"/>
            <a:ext cx="7832203" cy="111318"/>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graphicFrame>
        <p:nvGraphicFramePr>
          <p:cNvPr id="6" name="Chart 5">
            <a:extLst>
              <a:ext uri="{FF2B5EF4-FFF2-40B4-BE49-F238E27FC236}">
                <a16:creationId xmlns:a16="http://schemas.microsoft.com/office/drawing/2014/main" id="{AD318045-6EB6-4D3C-B777-B8731960E769}"/>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3256112327"/>
              </p:ext>
            </p:extLst>
          </p:nvPr>
        </p:nvGraphicFramePr>
        <p:xfrm>
          <a:off x="3008630" y="1879115"/>
          <a:ext cx="6174740" cy="411649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178F4401-263E-4DE6-A903-4A7AA7E9C1EB}"/>
              </a:ext>
            </a:extLst>
          </p:cNvPr>
          <p:cNvGraphicFramePr>
            <a:graphicFrameLocks/>
          </p:cNvGraphicFramePr>
          <p:nvPr>
            <p:extLst>
              <p:ext uri="{D42A27DB-BD31-4B8C-83A1-F6EECF244321}">
                <p14:modId xmlns:p14="http://schemas.microsoft.com/office/powerpoint/2010/main" val="511333153"/>
              </p:ext>
            </p:extLst>
          </p:nvPr>
        </p:nvGraphicFramePr>
        <p:xfrm>
          <a:off x="2782093" y="1421503"/>
          <a:ext cx="6627813" cy="440252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18570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9FBC09-5A84-45A9-B63B-5DEAA4BE7605}"/>
              </a:ext>
            </a:extLst>
          </p:cNvPr>
          <p:cNvSpPr>
            <a:spLocks noGrp="1"/>
          </p:cNvSpPr>
          <p:nvPr>
            <p:ph type="title"/>
          </p:nvPr>
        </p:nvSpPr>
        <p:spPr/>
        <p:txBody>
          <a:bodyPr/>
          <a:lstStyle/>
          <a:p>
            <a:r>
              <a:rPr lang="en-US" dirty="0"/>
              <a:t>MAJOR </a:t>
            </a:r>
            <a:r>
              <a:rPr lang="en-US" dirty="0" err="1"/>
              <a:t>eXPLANATION</a:t>
            </a:r>
            <a:r>
              <a:rPr lang="en-US" dirty="0"/>
              <a:t> 3</a:t>
            </a:r>
          </a:p>
        </p:txBody>
      </p:sp>
      <p:sp>
        <p:nvSpPr>
          <p:cNvPr id="4" name="Content Placeholder 3">
            <a:extLst>
              <a:ext uri="{FF2B5EF4-FFF2-40B4-BE49-F238E27FC236}">
                <a16:creationId xmlns:a16="http://schemas.microsoft.com/office/drawing/2014/main" id="{199A93DB-B3B6-47AF-84B6-0AE60CEEF594}"/>
              </a:ext>
            </a:extLst>
          </p:cNvPr>
          <p:cNvSpPr>
            <a:spLocks noGrp="1"/>
          </p:cNvSpPr>
          <p:nvPr>
            <p:ph idx="1"/>
          </p:nvPr>
        </p:nvSpPr>
        <p:spPr>
          <a:xfrm>
            <a:off x="2067791" y="1992932"/>
            <a:ext cx="8618682" cy="2920261"/>
          </a:xfrm>
        </p:spPr>
        <p:txBody>
          <a:bodyPr/>
          <a:lstStyle/>
          <a:p>
            <a:r>
              <a:rPr lang="en-US" sz="3200" b="1" dirty="0">
                <a:solidFill>
                  <a:schemeClr val="tx2">
                    <a:lumMod val="90000"/>
                    <a:lumOff val="10000"/>
                  </a:schemeClr>
                </a:solidFill>
              </a:rPr>
              <a:t>Doctor average Feedback Scores</a:t>
            </a:r>
          </a:p>
          <a:p>
            <a:endParaRPr lang="en-US" sz="3200" b="1" dirty="0">
              <a:solidFill>
                <a:schemeClr val="tx2">
                  <a:lumMod val="90000"/>
                  <a:lumOff val="10000"/>
                </a:schemeClr>
              </a:solidFill>
            </a:endParaRPr>
          </a:p>
          <a:p>
            <a:pPr marL="342900" indent="-342900">
              <a:buFont typeface="Wingdings" panose="05000000000000000000" pitchFamily="2" charset="2"/>
              <a:buChar char="q"/>
            </a:pPr>
            <a:r>
              <a:rPr lang="en-US" sz="2400" dirty="0"/>
              <a:t>Performance evaluation based on patient feedback. Most  doctors maintain a score around </a:t>
            </a:r>
            <a:r>
              <a:rPr lang="en-US" sz="2400" b="1" dirty="0"/>
              <a:t>3.0</a:t>
            </a:r>
            <a:r>
              <a:rPr lang="en-US" sz="2400" dirty="0"/>
              <a:t>. The chart shows most </a:t>
            </a:r>
            <a:r>
              <a:rPr lang="en-US" sz="2400" b="1" dirty="0"/>
              <a:t>Least</a:t>
            </a:r>
            <a:r>
              <a:rPr lang="en-US" sz="2400" dirty="0"/>
              <a:t> </a:t>
            </a:r>
            <a:r>
              <a:rPr lang="en-US" sz="2400" b="1" dirty="0"/>
              <a:t>score</a:t>
            </a:r>
            <a:r>
              <a:rPr lang="en-US" sz="2400" dirty="0"/>
              <a:t> for </a:t>
            </a:r>
            <a:r>
              <a:rPr lang="en-US" sz="2400" b="1" dirty="0" err="1"/>
              <a:t>Dr.Rao</a:t>
            </a:r>
            <a:r>
              <a:rPr lang="en-US" sz="2400" b="1" dirty="0"/>
              <a:t> (2.94) </a:t>
            </a:r>
            <a:r>
              <a:rPr lang="en-US" sz="2400" dirty="0"/>
              <a:t>and </a:t>
            </a:r>
            <a:r>
              <a:rPr lang="en-US" sz="2400" b="1" dirty="0"/>
              <a:t>Top score </a:t>
            </a:r>
            <a:r>
              <a:rPr lang="en-US" sz="2400" dirty="0"/>
              <a:t>for</a:t>
            </a:r>
            <a:r>
              <a:rPr lang="en-US" sz="2400" b="1" dirty="0"/>
              <a:t> </a:t>
            </a:r>
            <a:r>
              <a:rPr lang="en-US" sz="2400" b="1" dirty="0" err="1"/>
              <a:t>Dr.Nair</a:t>
            </a:r>
            <a:r>
              <a:rPr lang="en-US" sz="2400" b="1" dirty="0"/>
              <a:t> (3.10)</a:t>
            </a:r>
            <a:r>
              <a:rPr lang="en-US" sz="2400" dirty="0"/>
              <a:t>.</a:t>
            </a:r>
            <a:endParaRPr lang="en-US" sz="1200" b="1" dirty="0"/>
          </a:p>
        </p:txBody>
      </p:sp>
      <p:sp>
        <p:nvSpPr>
          <p:cNvPr id="5" name="Slide Number Placeholder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a:lstStyle/>
          <a:p>
            <a:fld id="{EECC7194-A4D0-457B-9D3E-53681723AFF7}" type="slidenum">
              <a:rPr lang="en-US" smtClean="0"/>
              <a:pPr/>
              <a:t>15</a:t>
            </a:fld>
            <a:endParaRPr lang="en-US" dirty="0"/>
          </a:p>
        </p:txBody>
      </p:sp>
      <p:sp>
        <p:nvSpPr>
          <p:cNvPr id="11" name="object 7" descr="Beige rectangle">
            <a:extLst>
              <a:ext uri="{FF2B5EF4-FFF2-40B4-BE49-F238E27FC236}">
                <a16:creationId xmlns:a16="http://schemas.microsoft.com/office/drawing/2014/main" id="{0EF37AB9-30F5-41E6-9478-F4DEF99FA9B7}"/>
              </a:ext>
            </a:extLst>
          </p:cNvPr>
          <p:cNvSpPr/>
          <p:nvPr/>
        </p:nvSpPr>
        <p:spPr bwMode="white">
          <a:xfrm flipV="1">
            <a:off x="684000" y="1291760"/>
            <a:ext cx="4829696"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spTree>
    <p:extLst>
      <p:ext uri="{BB962C8B-B14F-4D97-AF65-F5344CB8AC3E}">
        <p14:creationId xmlns:p14="http://schemas.microsoft.com/office/powerpoint/2010/main" val="2187509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0822E43-C110-41B5-9E8C-BBA2A6D7228B}"/>
              </a:ext>
            </a:extLst>
          </p:cNvPr>
          <p:cNvSpPr>
            <a:spLocks noGrp="1"/>
          </p:cNvSpPr>
          <p:nvPr>
            <p:ph type="sldNum" sz="quarter" idx="11"/>
          </p:nvPr>
        </p:nvSpPr>
        <p:spPr/>
        <p:txBody>
          <a:bodyPr/>
          <a:lstStyle/>
          <a:p>
            <a:fld id="{EECC7194-A4D0-457B-9D3E-53681723AFF7}" type="slidenum">
              <a:rPr lang="en-US" smtClean="0"/>
              <a:pPr/>
              <a:t>16</a:t>
            </a:fld>
            <a:endParaRPr lang="en-US" dirty="0"/>
          </a:p>
        </p:txBody>
      </p:sp>
      <p:sp>
        <p:nvSpPr>
          <p:cNvPr id="2" name="Title 1">
            <a:extLst>
              <a:ext uri="{FF2B5EF4-FFF2-40B4-BE49-F238E27FC236}">
                <a16:creationId xmlns:a16="http://schemas.microsoft.com/office/drawing/2014/main" id="{2384CEA7-D60A-47AE-A867-C557D000559F}"/>
              </a:ext>
            </a:extLst>
          </p:cNvPr>
          <p:cNvSpPr>
            <a:spLocks noGrp="1"/>
          </p:cNvSpPr>
          <p:nvPr>
            <p:ph type="title"/>
          </p:nvPr>
        </p:nvSpPr>
        <p:spPr>
          <a:xfrm>
            <a:off x="683999" y="808186"/>
            <a:ext cx="8524770" cy="370166"/>
          </a:xfrm>
        </p:spPr>
        <p:txBody>
          <a:bodyPr/>
          <a:lstStyle/>
          <a:p>
            <a:r>
              <a:rPr lang="en-US" dirty="0"/>
              <a:t>Insurance Provider Mix</a:t>
            </a:r>
          </a:p>
        </p:txBody>
      </p:sp>
      <p:sp>
        <p:nvSpPr>
          <p:cNvPr id="5" name="object 7" descr="Beige rectangle">
            <a:extLst>
              <a:ext uri="{FF2B5EF4-FFF2-40B4-BE49-F238E27FC236}">
                <a16:creationId xmlns:a16="http://schemas.microsoft.com/office/drawing/2014/main" id="{F173E3BB-F601-4F0E-90AC-4E1473812240}"/>
              </a:ext>
            </a:extLst>
          </p:cNvPr>
          <p:cNvSpPr/>
          <p:nvPr/>
        </p:nvSpPr>
        <p:spPr bwMode="white">
          <a:xfrm flipV="1">
            <a:off x="683999" y="1026117"/>
            <a:ext cx="5560064" cy="30446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graphicFrame>
        <p:nvGraphicFramePr>
          <p:cNvPr id="6" name="Chart 5">
            <a:extLst>
              <a:ext uri="{FF2B5EF4-FFF2-40B4-BE49-F238E27FC236}">
                <a16:creationId xmlns:a16="http://schemas.microsoft.com/office/drawing/2014/main" id="{AD318045-6EB6-4D3C-B777-B8731960E769}"/>
              </a:ext>
              <a:ext uri="{C183D7F6-B498-43B3-948B-1728B52AA6E4}">
                <adec:decorative xmlns:adec="http://schemas.microsoft.com/office/drawing/2017/decorative" val="1"/>
              </a:ext>
            </a:extLst>
          </p:cNvPr>
          <p:cNvGraphicFramePr/>
          <p:nvPr/>
        </p:nvGraphicFramePr>
        <p:xfrm>
          <a:off x="2983230" y="1833396"/>
          <a:ext cx="6174740" cy="4116494"/>
        </p:xfrm>
        <a:graphic>
          <a:graphicData uri="http://schemas.openxmlformats.org/drawingml/2006/chart">
            <c:chart xmlns:c="http://schemas.openxmlformats.org/drawingml/2006/chart" xmlns:r="http://schemas.openxmlformats.org/officeDocument/2006/relationships" r:id="rId2"/>
          </a:graphicData>
        </a:graphic>
      </p:graphicFrame>
      <p:sp>
        <p:nvSpPr>
          <p:cNvPr id="33" name="Rectangle 32">
            <a:extLst>
              <a:ext uri="{FF2B5EF4-FFF2-40B4-BE49-F238E27FC236}">
                <a16:creationId xmlns:a16="http://schemas.microsoft.com/office/drawing/2014/main" id="{DF55647B-6250-409F-984B-A2399BBF5119}"/>
              </a:ext>
              <a:ext uri="{C183D7F6-B498-43B3-948B-1728B52AA6E4}">
                <adec:decorative xmlns:adec="http://schemas.microsoft.com/office/drawing/2017/decorative" val="1"/>
              </a:ext>
            </a:extLst>
          </p:cNvPr>
          <p:cNvSpPr/>
          <p:nvPr/>
        </p:nvSpPr>
        <p:spPr>
          <a:xfrm>
            <a:off x="5599775" y="3395418"/>
            <a:ext cx="992451" cy="992451"/>
          </a:xfrm>
          <a:prstGeom prst="rect">
            <a:avLst/>
          </a:prstGeom>
          <a:noFill/>
          <a:ln w="6350">
            <a:solidFill>
              <a:schemeClr val="bg1">
                <a:lumMod val="50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 name="Chart 2">
            <a:extLst>
              <a:ext uri="{FF2B5EF4-FFF2-40B4-BE49-F238E27FC236}">
                <a16:creationId xmlns:a16="http://schemas.microsoft.com/office/drawing/2014/main" id="{69861356-EDF8-30B7-DB98-B2BF62AE17ED}"/>
              </a:ext>
            </a:extLst>
          </p:cNvPr>
          <p:cNvGraphicFramePr>
            <a:graphicFrameLocks/>
          </p:cNvGraphicFramePr>
          <p:nvPr>
            <p:extLst>
              <p:ext uri="{D42A27DB-BD31-4B8C-83A1-F6EECF244321}">
                <p14:modId xmlns:p14="http://schemas.microsoft.com/office/powerpoint/2010/main" val="3703363012"/>
              </p:ext>
            </p:extLst>
          </p:nvPr>
        </p:nvGraphicFramePr>
        <p:xfrm>
          <a:off x="2082018" y="1467222"/>
          <a:ext cx="7126751" cy="456855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33560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9FBC09-5A84-45A9-B63B-5DEAA4BE7605}"/>
              </a:ext>
            </a:extLst>
          </p:cNvPr>
          <p:cNvSpPr>
            <a:spLocks noGrp="1"/>
          </p:cNvSpPr>
          <p:nvPr>
            <p:ph type="title"/>
          </p:nvPr>
        </p:nvSpPr>
        <p:spPr/>
        <p:txBody>
          <a:bodyPr/>
          <a:lstStyle/>
          <a:p>
            <a:r>
              <a:rPr lang="en-US" dirty="0"/>
              <a:t>MAJOR </a:t>
            </a:r>
            <a:r>
              <a:rPr lang="en-US" dirty="0" err="1"/>
              <a:t>eXPLANATION</a:t>
            </a:r>
            <a:r>
              <a:rPr lang="en-US" dirty="0"/>
              <a:t> 4</a:t>
            </a:r>
          </a:p>
        </p:txBody>
      </p:sp>
      <p:sp>
        <p:nvSpPr>
          <p:cNvPr id="4" name="Content Placeholder 3">
            <a:extLst>
              <a:ext uri="{FF2B5EF4-FFF2-40B4-BE49-F238E27FC236}">
                <a16:creationId xmlns:a16="http://schemas.microsoft.com/office/drawing/2014/main" id="{199A93DB-B3B6-47AF-84B6-0AE60CEEF594}"/>
              </a:ext>
            </a:extLst>
          </p:cNvPr>
          <p:cNvSpPr>
            <a:spLocks noGrp="1"/>
          </p:cNvSpPr>
          <p:nvPr>
            <p:ph idx="1"/>
          </p:nvPr>
        </p:nvSpPr>
        <p:spPr>
          <a:xfrm>
            <a:off x="2067791" y="1992933"/>
            <a:ext cx="8618682" cy="2505176"/>
          </a:xfrm>
        </p:spPr>
        <p:txBody>
          <a:bodyPr/>
          <a:lstStyle/>
          <a:p>
            <a:r>
              <a:rPr lang="en-US" sz="3200" b="1" dirty="0">
                <a:solidFill>
                  <a:schemeClr val="tx2">
                    <a:lumMod val="90000"/>
                    <a:lumOff val="10000"/>
                  </a:schemeClr>
                </a:solidFill>
              </a:rPr>
              <a:t>Insurance Provider Mix</a:t>
            </a:r>
          </a:p>
          <a:p>
            <a:endParaRPr lang="en-US" sz="3200" b="1" dirty="0">
              <a:solidFill>
                <a:schemeClr val="tx2">
                  <a:lumMod val="90000"/>
                  <a:lumOff val="10000"/>
                </a:schemeClr>
              </a:solidFill>
            </a:endParaRPr>
          </a:p>
          <a:p>
            <a:pPr marL="342900" indent="-342900">
              <a:buFont typeface="Wingdings" panose="05000000000000000000" pitchFamily="2" charset="2"/>
              <a:buChar char="q"/>
            </a:pPr>
            <a:r>
              <a:rPr lang="en-US" sz="2400" dirty="0"/>
              <a:t>Look at the chart they have most commonly </a:t>
            </a:r>
            <a:r>
              <a:rPr lang="en-US" sz="2400" b="1" dirty="0"/>
              <a:t>None</a:t>
            </a:r>
            <a:r>
              <a:rPr lang="en-US" sz="2400" dirty="0"/>
              <a:t> insurance patients is </a:t>
            </a:r>
            <a:r>
              <a:rPr lang="en-US" sz="2400" b="1" dirty="0"/>
              <a:t>Higher</a:t>
            </a:r>
            <a:r>
              <a:rPr lang="en-US" sz="2400" dirty="0"/>
              <a:t> than others insurance patients.</a:t>
            </a:r>
            <a:endParaRPr lang="en-US" sz="1200" b="1" dirty="0"/>
          </a:p>
        </p:txBody>
      </p:sp>
      <p:sp>
        <p:nvSpPr>
          <p:cNvPr id="5" name="Slide Number Placeholder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a:lstStyle/>
          <a:p>
            <a:fld id="{EECC7194-A4D0-457B-9D3E-53681723AFF7}" type="slidenum">
              <a:rPr lang="en-US" smtClean="0"/>
              <a:pPr/>
              <a:t>17</a:t>
            </a:fld>
            <a:endParaRPr lang="en-US" dirty="0"/>
          </a:p>
        </p:txBody>
      </p:sp>
      <p:sp>
        <p:nvSpPr>
          <p:cNvPr id="11" name="object 7" descr="Beige rectangle">
            <a:extLst>
              <a:ext uri="{FF2B5EF4-FFF2-40B4-BE49-F238E27FC236}">
                <a16:creationId xmlns:a16="http://schemas.microsoft.com/office/drawing/2014/main" id="{0EF37AB9-30F5-41E6-9478-F4DEF99FA9B7}"/>
              </a:ext>
            </a:extLst>
          </p:cNvPr>
          <p:cNvSpPr/>
          <p:nvPr/>
        </p:nvSpPr>
        <p:spPr bwMode="white">
          <a:xfrm flipV="1">
            <a:off x="684000" y="1178350"/>
            <a:ext cx="4747809" cy="15913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spTree>
    <p:extLst>
      <p:ext uri="{BB962C8B-B14F-4D97-AF65-F5344CB8AC3E}">
        <p14:creationId xmlns:p14="http://schemas.microsoft.com/office/powerpoint/2010/main" val="35861544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0822E43-C110-41B5-9E8C-BBA2A6D7228B}"/>
              </a:ext>
            </a:extLst>
          </p:cNvPr>
          <p:cNvSpPr>
            <a:spLocks noGrp="1"/>
          </p:cNvSpPr>
          <p:nvPr>
            <p:ph type="sldNum" sz="quarter" idx="11"/>
          </p:nvPr>
        </p:nvSpPr>
        <p:spPr/>
        <p:txBody>
          <a:bodyPr/>
          <a:lstStyle/>
          <a:p>
            <a:fld id="{EECC7194-A4D0-457B-9D3E-53681723AFF7}" type="slidenum">
              <a:rPr lang="en-US" smtClean="0"/>
              <a:pPr/>
              <a:t>18</a:t>
            </a:fld>
            <a:endParaRPr lang="en-US" dirty="0"/>
          </a:p>
        </p:txBody>
      </p:sp>
      <p:sp>
        <p:nvSpPr>
          <p:cNvPr id="2" name="Title 1">
            <a:extLst>
              <a:ext uri="{FF2B5EF4-FFF2-40B4-BE49-F238E27FC236}">
                <a16:creationId xmlns:a16="http://schemas.microsoft.com/office/drawing/2014/main" id="{2384CEA7-D60A-47AE-A867-C557D000559F}"/>
              </a:ext>
            </a:extLst>
          </p:cNvPr>
          <p:cNvSpPr>
            <a:spLocks noGrp="1"/>
          </p:cNvSpPr>
          <p:nvPr>
            <p:ph type="title"/>
          </p:nvPr>
        </p:nvSpPr>
        <p:spPr/>
        <p:txBody>
          <a:bodyPr/>
          <a:lstStyle/>
          <a:p>
            <a:r>
              <a:rPr lang="en-US" dirty="0"/>
              <a:t>Admission  Types</a:t>
            </a:r>
          </a:p>
        </p:txBody>
      </p:sp>
      <p:sp>
        <p:nvSpPr>
          <p:cNvPr id="5" name="object 7" descr="Beige rectangle">
            <a:extLst>
              <a:ext uri="{FF2B5EF4-FFF2-40B4-BE49-F238E27FC236}">
                <a16:creationId xmlns:a16="http://schemas.microsoft.com/office/drawing/2014/main" id="{F173E3BB-F601-4F0E-90AC-4E1473812240}"/>
              </a:ext>
            </a:extLst>
          </p:cNvPr>
          <p:cNvSpPr/>
          <p:nvPr/>
        </p:nvSpPr>
        <p:spPr bwMode="white">
          <a:xfrm flipV="1">
            <a:off x="585621" y="1208410"/>
            <a:ext cx="3877197" cy="7447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graphicFrame>
        <p:nvGraphicFramePr>
          <p:cNvPr id="6" name="Chart 5">
            <a:extLst>
              <a:ext uri="{FF2B5EF4-FFF2-40B4-BE49-F238E27FC236}">
                <a16:creationId xmlns:a16="http://schemas.microsoft.com/office/drawing/2014/main" id="{AD318045-6EB6-4D3C-B777-B8731960E769}"/>
              </a:ext>
              <a:ext uri="{C183D7F6-B498-43B3-948B-1728B52AA6E4}">
                <adec:decorative xmlns:adec="http://schemas.microsoft.com/office/drawing/2017/decorative" val="1"/>
              </a:ext>
            </a:extLst>
          </p:cNvPr>
          <p:cNvGraphicFramePr/>
          <p:nvPr/>
        </p:nvGraphicFramePr>
        <p:xfrm>
          <a:off x="2983230" y="1833396"/>
          <a:ext cx="6174740" cy="4116494"/>
        </p:xfrm>
        <a:graphic>
          <a:graphicData uri="http://schemas.openxmlformats.org/drawingml/2006/chart">
            <c:chart xmlns:c="http://schemas.openxmlformats.org/drawingml/2006/chart" xmlns:r="http://schemas.openxmlformats.org/officeDocument/2006/relationships" r:id="rId2"/>
          </a:graphicData>
        </a:graphic>
      </p:graphicFrame>
      <p:sp>
        <p:nvSpPr>
          <p:cNvPr id="33" name="Rectangle 32">
            <a:extLst>
              <a:ext uri="{FF2B5EF4-FFF2-40B4-BE49-F238E27FC236}">
                <a16:creationId xmlns:a16="http://schemas.microsoft.com/office/drawing/2014/main" id="{DF55647B-6250-409F-984B-A2399BBF5119}"/>
              </a:ext>
              <a:ext uri="{C183D7F6-B498-43B3-948B-1728B52AA6E4}">
                <adec:decorative xmlns:adec="http://schemas.microsoft.com/office/drawing/2017/decorative" val="1"/>
              </a:ext>
            </a:extLst>
          </p:cNvPr>
          <p:cNvSpPr/>
          <p:nvPr/>
        </p:nvSpPr>
        <p:spPr>
          <a:xfrm>
            <a:off x="5599775" y="3395418"/>
            <a:ext cx="992451" cy="992451"/>
          </a:xfrm>
          <a:prstGeom prst="rect">
            <a:avLst/>
          </a:prstGeom>
          <a:noFill/>
          <a:ln w="6350">
            <a:solidFill>
              <a:schemeClr val="bg1">
                <a:lumMod val="50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 name="Chart 2">
            <a:extLst>
              <a:ext uri="{FF2B5EF4-FFF2-40B4-BE49-F238E27FC236}">
                <a16:creationId xmlns:a16="http://schemas.microsoft.com/office/drawing/2014/main" id="{8D249D03-5ED4-48B8-A8BE-B443708CD010}"/>
              </a:ext>
            </a:extLst>
          </p:cNvPr>
          <p:cNvGraphicFramePr>
            <a:graphicFrameLocks/>
          </p:cNvGraphicFramePr>
          <p:nvPr>
            <p:extLst>
              <p:ext uri="{D42A27DB-BD31-4B8C-83A1-F6EECF244321}">
                <p14:modId xmlns:p14="http://schemas.microsoft.com/office/powerpoint/2010/main" val="1735440182"/>
              </p:ext>
            </p:extLst>
          </p:nvPr>
        </p:nvGraphicFramePr>
        <p:xfrm>
          <a:off x="1547446" y="1421503"/>
          <a:ext cx="9228405" cy="482026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56117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9FBC09-5A84-45A9-B63B-5DEAA4BE7605}"/>
              </a:ext>
            </a:extLst>
          </p:cNvPr>
          <p:cNvSpPr>
            <a:spLocks noGrp="1"/>
          </p:cNvSpPr>
          <p:nvPr>
            <p:ph type="title"/>
          </p:nvPr>
        </p:nvSpPr>
        <p:spPr/>
        <p:txBody>
          <a:bodyPr/>
          <a:lstStyle/>
          <a:p>
            <a:r>
              <a:rPr lang="en-US" dirty="0"/>
              <a:t>MAJOR </a:t>
            </a:r>
            <a:r>
              <a:rPr lang="en-US" dirty="0" err="1"/>
              <a:t>eXPLANATION</a:t>
            </a:r>
            <a:r>
              <a:rPr lang="en-US" dirty="0"/>
              <a:t> 5</a:t>
            </a:r>
          </a:p>
        </p:txBody>
      </p:sp>
      <p:sp>
        <p:nvSpPr>
          <p:cNvPr id="4" name="Content Placeholder 3">
            <a:extLst>
              <a:ext uri="{FF2B5EF4-FFF2-40B4-BE49-F238E27FC236}">
                <a16:creationId xmlns:a16="http://schemas.microsoft.com/office/drawing/2014/main" id="{199A93DB-B3B6-47AF-84B6-0AE60CEEF594}"/>
              </a:ext>
            </a:extLst>
          </p:cNvPr>
          <p:cNvSpPr>
            <a:spLocks noGrp="1"/>
          </p:cNvSpPr>
          <p:nvPr>
            <p:ph idx="1"/>
          </p:nvPr>
        </p:nvSpPr>
        <p:spPr>
          <a:xfrm>
            <a:off x="2095500" y="1992933"/>
            <a:ext cx="8495163" cy="2983724"/>
          </a:xfrm>
        </p:spPr>
        <p:txBody>
          <a:bodyPr/>
          <a:lstStyle/>
          <a:p>
            <a:r>
              <a:rPr lang="en-US" sz="3200" b="1" dirty="0">
                <a:solidFill>
                  <a:schemeClr val="tx2">
                    <a:lumMod val="90000"/>
                    <a:lumOff val="10000"/>
                  </a:schemeClr>
                </a:solidFill>
              </a:rPr>
              <a:t>Admission  Types</a:t>
            </a:r>
          </a:p>
          <a:p>
            <a:endParaRPr lang="en-US" sz="3200" b="1" dirty="0">
              <a:solidFill>
                <a:schemeClr val="tx2">
                  <a:lumMod val="90000"/>
                  <a:lumOff val="10000"/>
                </a:schemeClr>
              </a:solidFill>
            </a:endParaRPr>
          </a:p>
          <a:p>
            <a:pPr marL="342900" indent="-342900">
              <a:buFont typeface="Wingdings" panose="05000000000000000000" pitchFamily="2" charset="2"/>
              <a:buChar char="q"/>
            </a:pPr>
            <a:r>
              <a:rPr lang="en-US" sz="2400" dirty="0"/>
              <a:t>Breakdown of how patients are admitted. Emergency and Online bookings represent a significant portion. The chart shows </a:t>
            </a:r>
            <a:r>
              <a:rPr lang="en-US" sz="2400" b="1" dirty="0"/>
              <a:t>Most</a:t>
            </a:r>
            <a:r>
              <a:rPr lang="en-US" sz="2400" dirty="0"/>
              <a:t> cases from </a:t>
            </a:r>
            <a:r>
              <a:rPr lang="en-US" sz="2400" b="1" dirty="0"/>
              <a:t>Online</a:t>
            </a:r>
            <a:r>
              <a:rPr lang="en-US" sz="2400" dirty="0"/>
              <a:t> and </a:t>
            </a:r>
            <a:r>
              <a:rPr lang="en-US" sz="2400" b="1" dirty="0"/>
              <a:t>Least</a:t>
            </a:r>
            <a:r>
              <a:rPr lang="en-US" sz="2400" dirty="0"/>
              <a:t> cases from </a:t>
            </a:r>
            <a:r>
              <a:rPr lang="en-US" sz="2400" b="1" dirty="0"/>
              <a:t>Referral</a:t>
            </a:r>
            <a:r>
              <a:rPr lang="en-US" sz="2400" dirty="0"/>
              <a:t>.</a:t>
            </a:r>
          </a:p>
        </p:txBody>
      </p:sp>
      <p:sp>
        <p:nvSpPr>
          <p:cNvPr id="5" name="Slide Number Placeholder 4">
            <a:extLst>
              <a:ext uri="{FF2B5EF4-FFF2-40B4-BE49-F238E27FC236}">
                <a16:creationId xmlns:a16="http://schemas.microsoft.com/office/drawing/2014/main" id="{D3927B38-2109-4A32-9B61-7046301BA0E5}"/>
              </a:ext>
            </a:extLst>
          </p:cNvPr>
          <p:cNvSpPr>
            <a:spLocks noGrp="1"/>
          </p:cNvSpPr>
          <p:nvPr>
            <p:ph type="sldNum" sz="quarter" idx="11"/>
          </p:nvPr>
        </p:nvSpPr>
        <p:spPr/>
        <p:txBody>
          <a:bodyPr/>
          <a:lstStyle/>
          <a:p>
            <a:fld id="{EECC7194-A4D0-457B-9D3E-53681723AFF7}" type="slidenum">
              <a:rPr lang="en-US" smtClean="0"/>
              <a:pPr/>
              <a:t>19</a:t>
            </a:fld>
            <a:endParaRPr lang="en-US" dirty="0"/>
          </a:p>
        </p:txBody>
      </p:sp>
      <p:sp>
        <p:nvSpPr>
          <p:cNvPr id="11" name="object 7" descr="Beige rectangle">
            <a:extLst>
              <a:ext uri="{FF2B5EF4-FFF2-40B4-BE49-F238E27FC236}">
                <a16:creationId xmlns:a16="http://schemas.microsoft.com/office/drawing/2014/main" id="{0EF37AB9-30F5-41E6-9478-F4DEF99FA9B7}"/>
              </a:ext>
            </a:extLst>
          </p:cNvPr>
          <p:cNvSpPr/>
          <p:nvPr/>
        </p:nvSpPr>
        <p:spPr bwMode="white">
          <a:xfrm flipV="1">
            <a:off x="684000" y="1277066"/>
            <a:ext cx="4775103" cy="74061"/>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spTree>
    <p:extLst>
      <p:ext uri="{BB962C8B-B14F-4D97-AF65-F5344CB8AC3E}">
        <p14:creationId xmlns:p14="http://schemas.microsoft.com/office/powerpoint/2010/main" val="23352782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9FBC09-5A84-45A9-B63B-5DEAA4BE7605}"/>
              </a:ext>
            </a:extLst>
          </p:cNvPr>
          <p:cNvSpPr>
            <a:spLocks noGrp="1"/>
          </p:cNvSpPr>
          <p:nvPr>
            <p:ph type="title"/>
          </p:nvPr>
        </p:nvSpPr>
        <p:spPr>
          <a:xfrm>
            <a:off x="684000" y="248628"/>
            <a:ext cx="7560000" cy="370166"/>
          </a:xfrm>
        </p:spPr>
        <p:txBody>
          <a:bodyPr/>
          <a:lstStyle/>
          <a:p>
            <a:r>
              <a:rPr lang="en-US" dirty="0"/>
              <a:t>DASHBOARD</a:t>
            </a:r>
          </a:p>
        </p:txBody>
      </p:sp>
      <p:sp>
        <p:nvSpPr>
          <p:cNvPr id="5" name="Slide Number Placeholder 4">
            <a:extLst>
              <a:ext uri="{FF2B5EF4-FFF2-40B4-BE49-F238E27FC236}">
                <a16:creationId xmlns:a16="http://schemas.microsoft.com/office/drawing/2014/main" id="{D3927B38-2109-4A32-9B61-7046301BA0E5}"/>
              </a:ext>
            </a:extLst>
          </p:cNvPr>
          <p:cNvSpPr>
            <a:spLocks noGrp="1"/>
          </p:cNvSpPr>
          <p:nvPr>
            <p:ph type="sldNum" sz="quarter" idx="11"/>
          </p:nvPr>
        </p:nvSpPr>
        <p:spPr>
          <a:xfrm>
            <a:off x="11921525" y="6282708"/>
            <a:ext cx="270474" cy="270474"/>
          </a:xfrm>
        </p:spPr>
        <p:txBody>
          <a:bodyPr/>
          <a:lstStyle/>
          <a:p>
            <a:fld id="{EECC7194-A4D0-457B-9D3E-53681723AFF7}" type="slidenum">
              <a:rPr lang="en-US" smtClean="0"/>
              <a:pPr/>
              <a:t>20</a:t>
            </a:fld>
            <a:endParaRPr lang="en-US" dirty="0"/>
          </a:p>
        </p:txBody>
      </p:sp>
      <p:sp>
        <p:nvSpPr>
          <p:cNvPr id="11" name="object 7" descr="Beige rectangle">
            <a:extLst>
              <a:ext uri="{FF2B5EF4-FFF2-40B4-BE49-F238E27FC236}">
                <a16:creationId xmlns:a16="http://schemas.microsoft.com/office/drawing/2014/main" id="{0EF37AB9-30F5-41E6-9478-F4DEF99FA9B7}"/>
              </a:ext>
            </a:extLst>
          </p:cNvPr>
          <p:cNvSpPr/>
          <p:nvPr/>
        </p:nvSpPr>
        <p:spPr bwMode="white">
          <a:xfrm flipV="1">
            <a:off x="684000" y="718553"/>
            <a:ext cx="2591463"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pic>
        <p:nvPicPr>
          <p:cNvPr id="6" name="Picture 5" descr="A close-up of a data analysis dashboard&#10;&#10;AI-generated content may be incorrect.">
            <a:extLst>
              <a:ext uri="{FF2B5EF4-FFF2-40B4-BE49-F238E27FC236}">
                <a16:creationId xmlns:a16="http://schemas.microsoft.com/office/drawing/2014/main" id="{13CF25B9-9E21-0F4F-0550-597A40F68C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864030"/>
            <a:ext cx="11921524" cy="5993969"/>
          </a:xfrm>
          <a:prstGeom prst="rect">
            <a:avLst/>
          </a:prstGeom>
        </p:spPr>
      </p:pic>
    </p:spTree>
    <p:extLst>
      <p:ext uri="{BB962C8B-B14F-4D97-AF65-F5344CB8AC3E}">
        <p14:creationId xmlns:p14="http://schemas.microsoft.com/office/powerpoint/2010/main" val="32445001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descr="Scientist looking at test tube">
            <a:extLst>
              <a:ext uri="{FF2B5EF4-FFF2-40B4-BE49-F238E27FC236}">
                <a16:creationId xmlns:a16="http://schemas.microsoft.com/office/drawing/2014/main" id="{F923CFB6-5709-405C-8762-B310D3F21953}"/>
              </a:ext>
            </a:extLst>
          </p:cNvPr>
          <p:cNvPicPr>
            <a:picLocks noGrp="1" noRot="1" noChangeAspect="1" noMove="1" noResize="1" noEditPoints="1" noAdjustHandles="1" noChangeArrowheads="1" noChangeShapeType="1" noCrop="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p:pic>
      <p:sp>
        <p:nvSpPr>
          <p:cNvPr id="3" name="Title 2">
            <a:extLst>
              <a:ext uri="{FF2B5EF4-FFF2-40B4-BE49-F238E27FC236}">
                <a16:creationId xmlns:a16="http://schemas.microsoft.com/office/drawing/2014/main" id="{C17F5BF1-88DB-42F2-98A6-4C7FBFC311C4}"/>
              </a:ext>
            </a:extLst>
          </p:cNvPr>
          <p:cNvSpPr>
            <a:spLocks noGrp="1" noRot="1" noMove="1" noResize="1" noEditPoints="1" noAdjustHandles="1" noChangeArrowheads="1" noChangeShapeType="1"/>
          </p:cNvSpPr>
          <p:nvPr>
            <p:ph type="ctrTitle"/>
          </p:nvPr>
        </p:nvSpPr>
        <p:spPr/>
        <p:txBody>
          <a:bodyPr/>
          <a:lstStyle/>
          <a:p>
            <a:r>
              <a:rPr lang="en-US" dirty="0"/>
              <a:t>Thank</a:t>
            </a:r>
            <a:br>
              <a:rPr lang="en-US" dirty="0"/>
            </a:br>
            <a:r>
              <a:rPr lang="en-US" dirty="0"/>
              <a:t>you</a:t>
            </a:r>
          </a:p>
        </p:txBody>
      </p:sp>
      <p:sp>
        <p:nvSpPr>
          <p:cNvPr id="4" name="Text Placeholder 3">
            <a:extLst>
              <a:ext uri="{FF2B5EF4-FFF2-40B4-BE49-F238E27FC236}">
                <a16:creationId xmlns:a16="http://schemas.microsoft.com/office/drawing/2014/main" id="{7E7E363B-55F5-4528-8A9D-A5D90055CD92}"/>
              </a:ext>
            </a:extLst>
          </p:cNvPr>
          <p:cNvSpPr>
            <a:spLocks noGrp="1"/>
          </p:cNvSpPr>
          <p:nvPr>
            <p:ph type="body" sz="quarter" idx="13"/>
          </p:nvPr>
        </p:nvSpPr>
        <p:spPr>
          <a:xfrm>
            <a:off x="1917700" y="4513783"/>
            <a:ext cx="3314700" cy="330200"/>
          </a:xfrm>
        </p:spPr>
        <p:txBody>
          <a:bodyPr/>
          <a:lstStyle/>
          <a:p>
            <a:r>
              <a:rPr lang="en-US" dirty="0"/>
              <a:t>Pornimaa S</a:t>
            </a:r>
          </a:p>
        </p:txBody>
      </p:sp>
      <p:sp>
        <p:nvSpPr>
          <p:cNvPr id="5" name="Text Placeholder 4">
            <a:extLst>
              <a:ext uri="{FF2B5EF4-FFF2-40B4-BE49-F238E27FC236}">
                <a16:creationId xmlns:a16="http://schemas.microsoft.com/office/drawing/2014/main" id="{045FEE4F-333C-40EF-B46D-8D25C79C05D2}"/>
              </a:ext>
            </a:extLst>
          </p:cNvPr>
          <p:cNvSpPr>
            <a:spLocks noGrp="1"/>
          </p:cNvSpPr>
          <p:nvPr>
            <p:ph type="body" sz="quarter" idx="14"/>
          </p:nvPr>
        </p:nvSpPr>
        <p:spPr/>
        <p:txBody>
          <a:bodyPr/>
          <a:lstStyle/>
          <a:p>
            <a:r>
              <a:rPr lang="en-US" dirty="0"/>
              <a:t>spornimaa0504@gmail.com</a:t>
            </a:r>
          </a:p>
        </p:txBody>
      </p:sp>
      <p:sp>
        <p:nvSpPr>
          <p:cNvPr id="6" name="Text Placeholder 5">
            <a:extLst>
              <a:ext uri="{FF2B5EF4-FFF2-40B4-BE49-F238E27FC236}">
                <a16:creationId xmlns:a16="http://schemas.microsoft.com/office/drawing/2014/main" id="{05F44DEB-FABF-4ADE-B7EB-29DFAFA3DFF6}"/>
              </a:ext>
            </a:extLst>
          </p:cNvPr>
          <p:cNvSpPr>
            <a:spLocks noGrp="1"/>
          </p:cNvSpPr>
          <p:nvPr>
            <p:ph type="body" sz="quarter" idx="15"/>
          </p:nvPr>
        </p:nvSpPr>
        <p:spPr/>
        <p:txBody>
          <a:bodyPr/>
          <a:lstStyle/>
          <a:p>
            <a:r>
              <a:rPr lang="en-US" dirty="0"/>
              <a:t>+91 9360461108</a:t>
            </a:r>
          </a:p>
        </p:txBody>
      </p:sp>
      <p:sp>
        <p:nvSpPr>
          <p:cNvPr id="7" name="Text Placeholder 6">
            <a:extLst>
              <a:ext uri="{FF2B5EF4-FFF2-40B4-BE49-F238E27FC236}">
                <a16:creationId xmlns:a16="http://schemas.microsoft.com/office/drawing/2014/main" id="{CF795760-75DB-4415-BB10-2C6299BBF11C}"/>
              </a:ext>
            </a:extLst>
          </p:cNvPr>
          <p:cNvSpPr>
            <a:spLocks noGrp="1"/>
          </p:cNvSpPr>
          <p:nvPr>
            <p:ph type="body" sz="quarter" idx="16"/>
          </p:nvPr>
        </p:nvSpPr>
        <p:spPr>
          <a:xfrm>
            <a:off x="1917700" y="4847840"/>
            <a:ext cx="3314700" cy="205029"/>
          </a:xfrm>
        </p:spPr>
        <p:txBody>
          <a:bodyPr/>
          <a:lstStyle/>
          <a:p>
            <a:r>
              <a:rPr lang="en-US" dirty="0"/>
              <a:t>DATA ANALYST</a:t>
            </a:r>
          </a:p>
        </p:txBody>
      </p:sp>
      <p:sp>
        <p:nvSpPr>
          <p:cNvPr id="18" name="Rectangle 17">
            <a:extLst>
              <a:ext uri="{FF2B5EF4-FFF2-40B4-BE49-F238E27FC236}">
                <a16:creationId xmlns:a16="http://schemas.microsoft.com/office/drawing/2014/main" id="{AAF39051-1049-4508-8373-6A289966AA59}"/>
              </a:ext>
              <a:ext uri="{C183D7F6-B498-43B3-948B-1728B52AA6E4}">
                <adec:decorative xmlns:adec="http://schemas.microsoft.com/office/drawing/2017/decorative" val="1"/>
              </a:ext>
            </a:extLst>
          </p:cNvPr>
          <p:cNvSpPr/>
          <p:nvPr/>
        </p:nvSpPr>
        <p:spPr>
          <a:xfrm>
            <a:off x="781399" y="2238573"/>
            <a:ext cx="10629202" cy="119042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bject 7" descr="Beige rectangle">
            <a:extLst>
              <a:ext uri="{FF2B5EF4-FFF2-40B4-BE49-F238E27FC236}">
                <a16:creationId xmlns:a16="http://schemas.microsoft.com/office/drawing/2014/main" id="{2D7851E8-1907-4C8A-A16F-E461B5BFA940}"/>
              </a:ext>
            </a:extLst>
          </p:cNvPr>
          <p:cNvSpPr/>
          <p:nvPr/>
        </p:nvSpPr>
        <p:spPr bwMode="white">
          <a:xfrm flipV="1">
            <a:off x="1204699" y="3791667"/>
            <a:ext cx="4554656"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grpSp>
        <p:nvGrpSpPr>
          <p:cNvPr id="46" name="Group 45" descr="Icon Phone">
            <a:extLst>
              <a:ext uri="{FF2B5EF4-FFF2-40B4-BE49-F238E27FC236}">
                <a16:creationId xmlns:a16="http://schemas.microsoft.com/office/drawing/2014/main" id="{4BB2D73A-DB1F-47D9-9BDA-D6F01A0EDC06}"/>
              </a:ext>
            </a:extLst>
          </p:cNvPr>
          <p:cNvGrpSpPr/>
          <p:nvPr/>
        </p:nvGrpSpPr>
        <p:grpSpPr>
          <a:xfrm>
            <a:off x="1365937" y="5637315"/>
            <a:ext cx="297521" cy="297521"/>
            <a:chOff x="1334697" y="5606075"/>
            <a:chExt cx="360000" cy="360000"/>
          </a:xfrm>
        </p:grpSpPr>
        <p:sp>
          <p:nvSpPr>
            <p:cNvPr id="47" name="Freeform: Shape 46">
              <a:extLst>
                <a:ext uri="{FF2B5EF4-FFF2-40B4-BE49-F238E27FC236}">
                  <a16:creationId xmlns:a16="http://schemas.microsoft.com/office/drawing/2014/main" id="{3C40AF29-F294-4B60-B5B4-56011134948E}"/>
                </a:ext>
              </a:extLst>
            </p:cNvPr>
            <p:cNvSpPr/>
            <p:nvPr/>
          </p:nvSpPr>
          <p:spPr>
            <a:xfrm>
              <a:off x="1423220" y="5624464"/>
              <a:ext cx="257175" cy="257175"/>
            </a:xfrm>
            <a:custGeom>
              <a:avLst/>
              <a:gdLst>
                <a:gd name="connsiteX0" fmla="*/ 0 w 257175"/>
                <a:gd name="connsiteY0" fmla="*/ 163664 h 257175"/>
                <a:gd name="connsiteX1" fmla="*/ 163664 w 257175"/>
                <a:gd name="connsiteY1" fmla="*/ 0 h 257175"/>
                <a:gd name="connsiteX2" fmla="*/ 261323 w 257175"/>
                <a:gd name="connsiteY2" fmla="*/ 97659 h 257175"/>
                <a:gd name="connsiteX3" fmla="*/ 97659 w 257175"/>
                <a:gd name="connsiteY3" fmla="*/ 261323 h 257175"/>
              </a:gdLst>
              <a:ahLst/>
              <a:cxnLst>
                <a:cxn ang="0">
                  <a:pos x="connsiteX0" y="connsiteY0"/>
                </a:cxn>
                <a:cxn ang="0">
                  <a:pos x="connsiteX1" y="connsiteY1"/>
                </a:cxn>
                <a:cxn ang="0">
                  <a:pos x="connsiteX2" y="connsiteY2"/>
                </a:cxn>
                <a:cxn ang="0">
                  <a:pos x="connsiteX3" y="connsiteY3"/>
                </a:cxn>
              </a:cxnLst>
              <a:rect l="l" t="t" r="r" b="b"/>
              <a:pathLst>
                <a:path w="257175" h="257175">
                  <a:moveTo>
                    <a:pt x="0" y="163664"/>
                  </a:moveTo>
                  <a:lnTo>
                    <a:pt x="163664" y="0"/>
                  </a:lnTo>
                  <a:lnTo>
                    <a:pt x="261323" y="97659"/>
                  </a:lnTo>
                  <a:lnTo>
                    <a:pt x="97659" y="261323"/>
                  </a:lnTo>
                  <a:close/>
                </a:path>
              </a:pathLst>
            </a:custGeom>
            <a:noFill/>
            <a:ln w="23813" cap="flat">
              <a:solidFill>
                <a:schemeClr val="accent1"/>
              </a:solidFill>
              <a:prstDash val="solid"/>
              <a:round/>
            </a:ln>
          </p:spPr>
          <p:txBody>
            <a:bodyPr rtlCol="0" anchor="ctr"/>
            <a:lstStyle/>
            <a:p>
              <a:endParaRPr lang="en-US" dirty="0"/>
            </a:p>
          </p:txBody>
        </p:sp>
        <p:sp>
          <p:nvSpPr>
            <p:cNvPr id="48" name="Freeform: Shape 47">
              <a:extLst>
                <a:ext uri="{FF2B5EF4-FFF2-40B4-BE49-F238E27FC236}">
                  <a16:creationId xmlns:a16="http://schemas.microsoft.com/office/drawing/2014/main" id="{82F5782C-5E0E-47EA-861C-88990A8D95DF}"/>
                </a:ext>
              </a:extLst>
            </p:cNvPr>
            <p:cNvSpPr/>
            <p:nvPr/>
          </p:nvSpPr>
          <p:spPr>
            <a:xfrm>
              <a:off x="1491815" y="5800385"/>
              <a:ext cx="9525" cy="9525"/>
            </a:xfrm>
            <a:custGeom>
              <a:avLst/>
              <a:gdLst>
                <a:gd name="connsiteX0" fmla="*/ 0 w 9525"/>
                <a:gd name="connsiteY0" fmla="*/ 0 h 9525"/>
                <a:gd name="connsiteX1" fmla="*/ 17145 w 9525"/>
                <a:gd name="connsiteY1" fmla="*/ 18098 h 9525"/>
              </a:gdLst>
              <a:ahLst/>
              <a:cxnLst>
                <a:cxn ang="0">
                  <a:pos x="connsiteX0" y="connsiteY0"/>
                </a:cxn>
                <a:cxn ang="0">
                  <a:pos x="connsiteX1" y="connsiteY1"/>
                </a:cxn>
              </a:cxnLst>
              <a:rect l="l" t="t" r="r" b="b"/>
              <a:pathLst>
                <a:path w="9525" h="9525">
                  <a:moveTo>
                    <a:pt x="0" y="0"/>
                  </a:moveTo>
                  <a:lnTo>
                    <a:pt x="17145" y="18098"/>
                  </a:lnTo>
                </a:path>
              </a:pathLst>
            </a:custGeom>
            <a:ln w="23813" cap="flat">
              <a:solidFill>
                <a:schemeClr val="accent1"/>
              </a:solidFill>
              <a:prstDash val="solid"/>
              <a:round/>
            </a:ln>
          </p:spPr>
          <p:txBody>
            <a:bodyPr rtlCol="0" anchor="ctr"/>
            <a:lstStyle/>
            <a:p>
              <a:endParaRPr lang="en-US" dirty="0"/>
            </a:p>
          </p:txBody>
        </p:sp>
        <p:sp>
          <p:nvSpPr>
            <p:cNvPr id="49" name="Freeform: Shape 48">
              <a:extLst>
                <a:ext uri="{FF2B5EF4-FFF2-40B4-BE49-F238E27FC236}">
                  <a16:creationId xmlns:a16="http://schemas.microsoft.com/office/drawing/2014/main" id="{0ACDDF69-03CD-491C-A9E4-08E5726C5BD3}"/>
                </a:ext>
              </a:extLst>
            </p:cNvPr>
            <p:cNvSpPr/>
            <p:nvPr/>
          </p:nvSpPr>
          <p:spPr>
            <a:xfrm>
              <a:off x="1334697" y="5606075"/>
              <a:ext cx="360000" cy="360000"/>
            </a:xfrm>
            <a:custGeom>
              <a:avLst/>
              <a:gdLst>
                <a:gd name="connsiteX0" fmla="*/ 0 w 360000"/>
                <a:gd name="connsiteY0" fmla="*/ 0 h 360000"/>
                <a:gd name="connsiteX1" fmla="*/ 185104 w 360000"/>
                <a:gd name="connsiteY1" fmla="*/ 0 h 360000"/>
                <a:gd name="connsiteX2" fmla="*/ 185104 w 360000"/>
                <a:gd name="connsiteY2" fmla="*/ 172694 h 360000"/>
                <a:gd name="connsiteX3" fmla="*/ 360000 w 360000"/>
                <a:gd name="connsiteY3" fmla="*/ 172694 h 360000"/>
                <a:gd name="connsiteX4" fmla="*/ 360000 w 360000"/>
                <a:gd name="connsiteY4" fmla="*/ 360000 h 360000"/>
                <a:gd name="connsiteX5" fmla="*/ 0 w 360000"/>
                <a:gd name="connsiteY5" fmla="*/ 360000 h 360000"/>
                <a:gd name="connsiteX0" fmla="*/ 185104 w 360000"/>
                <a:gd name="connsiteY0" fmla="*/ 172694 h 360000"/>
                <a:gd name="connsiteX1" fmla="*/ 360000 w 360000"/>
                <a:gd name="connsiteY1" fmla="*/ 172694 h 360000"/>
                <a:gd name="connsiteX2" fmla="*/ 360000 w 360000"/>
                <a:gd name="connsiteY2" fmla="*/ 360000 h 360000"/>
                <a:gd name="connsiteX3" fmla="*/ 0 w 360000"/>
                <a:gd name="connsiteY3" fmla="*/ 360000 h 360000"/>
                <a:gd name="connsiteX4" fmla="*/ 0 w 360000"/>
                <a:gd name="connsiteY4" fmla="*/ 0 h 360000"/>
                <a:gd name="connsiteX5" fmla="*/ 185104 w 360000"/>
                <a:gd name="connsiteY5" fmla="*/ 0 h 360000"/>
                <a:gd name="connsiteX6" fmla="*/ 276544 w 360000"/>
                <a:gd name="connsiteY6" fmla="*/ 264134 h 360000"/>
                <a:gd name="connsiteX0" fmla="*/ 185104 w 360000"/>
                <a:gd name="connsiteY0" fmla="*/ 172694 h 360000"/>
                <a:gd name="connsiteX1" fmla="*/ 360000 w 360000"/>
                <a:gd name="connsiteY1" fmla="*/ 172694 h 360000"/>
                <a:gd name="connsiteX2" fmla="*/ 360000 w 360000"/>
                <a:gd name="connsiteY2" fmla="*/ 360000 h 360000"/>
                <a:gd name="connsiteX3" fmla="*/ 0 w 360000"/>
                <a:gd name="connsiteY3" fmla="*/ 360000 h 360000"/>
                <a:gd name="connsiteX4" fmla="*/ 0 w 360000"/>
                <a:gd name="connsiteY4" fmla="*/ 0 h 360000"/>
                <a:gd name="connsiteX5" fmla="*/ 185104 w 360000"/>
                <a:gd name="connsiteY5" fmla="*/ 0 h 360000"/>
                <a:gd name="connsiteX0" fmla="*/ 360000 w 360000"/>
                <a:gd name="connsiteY0" fmla="*/ 172694 h 360000"/>
                <a:gd name="connsiteX1" fmla="*/ 360000 w 360000"/>
                <a:gd name="connsiteY1" fmla="*/ 360000 h 360000"/>
                <a:gd name="connsiteX2" fmla="*/ 0 w 360000"/>
                <a:gd name="connsiteY2" fmla="*/ 360000 h 360000"/>
                <a:gd name="connsiteX3" fmla="*/ 0 w 360000"/>
                <a:gd name="connsiteY3" fmla="*/ 0 h 360000"/>
                <a:gd name="connsiteX4" fmla="*/ 185104 w 360000"/>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000" h="360000">
                  <a:moveTo>
                    <a:pt x="360000" y="172694"/>
                  </a:moveTo>
                  <a:lnTo>
                    <a:pt x="360000" y="360000"/>
                  </a:lnTo>
                  <a:lnTo>
                    <a:pt x="0" y="360000"/>
                  </a:lnTo>
                  <a:lnTo>
                    <a:pt x="0" y="0"/>
                  </a:lnTo>
                  <a:lnTo>
                    <a:pt x="185104" y="0"/>
                  </a:lnTo>
                </a:path>
              </a:pathLst>
            </a:custGeom>
            <a:noFill/>
            <a:ln w="9525" cap="flat">
              <a:solidFill>
                <a:schemeClr val="bg1">
                  <a:lumMod val="75000"/>
                </a:schemeClr>
              </a:solidFill>
              <a:prstDash val="solid"/>
              <a:miter/>
            </a:ln>
          </p:spPr>
          <p:txBody>
            <a:bodyPr rtlCol="0" anchor="ctr"/>
            <a:lstStyle/>
            <a:p>
              <a:endParaRPr lang="en-US" dirty="0"/>
            </a:p>
          </p:txBody>
        </p:sp>
      </p:grpSp>
      <p:grpSp>
        <p:nvGrpSpPr>
          <p:cNvPr id="50" name="Group 49" descr="Icon Email">
            <a:extLst>
              <a:ext uri="{FF2B5EF4-FFF2-40B4-BE49-F238E27FC236}">
                <a16:creationId xmlns:a16="http://schemas.microsoft.com/office/drawing/2014/main" id="{F7F47E31-EB9A-4529-BE0F-A1213B79FE07}"/>
              </a:ext>
            </a:extLst>
          </p:cNvPr>
          <p:cNvGrpSpPr/>
          <p:nvPr/>
        </p:nvGrpSpPr>
        <p:grpSpPr>
          <a:xfrm>
            <a:off x="1365937" y="5133777"/>
            <a:ext cx="297521" cy="297521"/>
            <a:chOff x="1334697" y="5102537"/>
            <a:chExt cx="360000" cy="360000"/>
          </a:xfrm>
        </p:grpSpPr>
        <p:grpSp>
          <p:nvGrpSpPr>
            <p:cNvPr id="51" name="Group 50">
              <a:extLst>
                <a:ext uri="{FF2B5EF4-FFF2-40B4-BE49-F238E27FC236}">
                  <a16:creationId xmlns:a16="http://schemas.microsoft.com/office/drawing/2014/main" id="{299C0ACA-AA85-4505-A8DF-0275634D7832}"/>
                </a:ext>
              </a:extLst>
            </p:cNvPr>
            <p:cNvGrpSpPr/>
            <p:nvPr/>
          </p:nvGrpSpPr>
          <p:grpSpPr>
            <a:xfrm>
              <a:off x="1413695" y="5129259"/>
              <a:ext cx="257175" cy="257175"/>
              <a:chOff x="1423220" y="5138784"/>
              <a:chExt cx="257175" cy="257175"/>
            </a:xfrm>
          </p:grpSpPr>
          <p:sp>
            <p:nvSpPr>
              <p:cNvPr id="53" name="Freeform: Shape 52">
                <a:extLst>
                  <a:ext uri="{FF2B5EF4-FFF2-40B4-BE49-F238E27FC236}">
                    <a16:creationId xmlns:a16="http://schemas.microsoft.com/office/drawing/2014/main" id="{85AA236B-9A92-4808-B7BB-0AEF3FD2754B}"/>
                  </a:ext>
                </a:extLst>
              </p:cNvPr>
              <p:cNvSpPr/>
              <p:nvPr/>
            </p:nvSpPr>
            <p:spPr>
              <a:xfrm>
                <a:off x="1423220" y="5138784"/>
                <a:ext cx="257175" cy="257175"/>
              </a:xfrm>
              <a:custGeom>
                <a:avLst/>
                <a:gdLst>
                  <a:gd name="connsiteX0" fmla="*/ 0 w 257175"/>
                  <a:gd name="connsiteY0" fmla="*/ 163664 h 257175"/>
                  <a:gd name="connsiteX1" fmla="*/ 163664 w 257175"/>
                  <a:gd name="connsiteY1" fmla="*/ 0 h 257175"/>
                  <a:gd name="connsiteX2" fmla="*/ 261323 w 257175"/>
                  <a:gd name="connsiteY2" fmla="*/ 97659 h 257175"/>
                  <a:gd name="connsiteX3" fmla="*/ 97659 w 257175"/>
                  <a:gd name="connsiteY3" fmla="*/ 261323 h 257175"/>
                </a:gdLst>
                <a:ahLst/>
                <a:cxnLst>
                  <a:cxn ang="0">
                    <a:pos x="connsiteX0" y="connsiteY0"/>
                  </a:cxn>
                  <a:cxn ang="0">
                    <a:pos x="connsiteX1" y="connsiteY1"/>
                  </a:cxn>
                  <a:cxn ang="0">
                    <a:pos x="connsiteX2" y="connsiteY2"/>
                  </a:cxn>
                  <a:cxn ang="0">
                    <a:pos x="connsiteX3" y="connsiteY3"/>
                  </a:cxn>
                </a:cxnLst>
                <a:rect l="l" t="t" r="r" b="b"/>
                <a:pathLst>
                  <a:path w="257175" h="257175">
                    <a:moveTo>
                      <a:pt x="0" y="163664"/>
                    </a:moveTo>
                    <a:lnTo>
                      <a:pt x="163664" y="0"/>
                    </a:lnTo>
                    <a:lnTo>
                      <a:pt x="261323" y="97659"/>
                    </a:lnTo>
                    <a:lnTo>
                      <a:pt x="97659" y="261323"/>
                    </a:lnTo>
                    <a:close/>
                  </a:path>
                </a:pathLst>
              </a:custGeom>
              <a:noFill/>
              <a:ln w="23813" cap="flat">
                <a:solidFill>
                  <a:schemeClr val="accent1"/>
                </a:solidFill>
                <a:prstDash val="solid"/>
                <a:round/>
              </a:ln>
            </p:spPr>
            <p:txBody>
              <a:bodyPr rtlCol="0" anchor="ctr"/>
              <a:lstStyle/>
              <a:p>
                <a:endParaRPr lang="en-US" dirty="0"/>
              </a:p>
            </p:txBody>
          </p:sp>
          <p:sp>
            <p:nvSpPr>
              <p:cNvPr id="54" name="Freeform: Shape 53">
                <a:extLst>
                  <a:ext uri="{FF2B5EF4-FFF2-40B4-BE49-F238E27FC236}">
                    <a16:creationId xmlns:a16="http://schemas.microsoft.com/office/drawing/2014/main" id="{94E72230-A0A3-4A80-AD64-FE14B4AA1A95}"/>
                  </a:ext>
                </a:extLst>
              </p:cNvPr>
              <p:cNvSpPr/>
              <p:nvPr/>
            </p:nvSpPr>
            <p:spPr>
              <a:xfrm>
                <a:off x="1427045" y="5144212"/>
                <a:ext cx="161925" cy="161925"/>
              </a:xfrm>
              <a:custGeom>
                <a:avLst/>
                <a:gdLst>
                  <a:gd name="connsiteX0" fmla="*/ 0 w 161925"/>
                  <a:gd name="connsiteY0" fmla="*/ 162878 h 161925"/>
                  <a:gd name="connsiteX1" fmla="*/ 141923 w 161925"/>
                  <a:gd name="connsiteY1" fmla="*/ 135255 h 161925"/>
                  <a:gd name="connsiteX2" fmla="*/ 162878 w 161925"/>
                  <a:gd name="connsiteY2" fmla="*/ 0 h 161925"/>
                </a:gdLst>
                <a:ahLst/>
                <a:cxnLst>
                  <a:cxn ang="0">
                    <a:pos x="connsiteX0" y="connsiteY0"/>
                  </a:cxn>
                  <a:cxn ang="0">
                    <a:pos x="connsiteX1" y="connsiteY1"/>
                  </a:cxn>
                  <a:cxn ang="0">
                    <a:pos x="connsiteX2" y="connsiteY2"/>
                  </a:cxn>
                </a:cxnLst>
                <a:rect l="l" t="t" r="r" b="b"/>
                <a:pathLst>
                  <a:path w="161925" h="161925">
                    <a:moveTo>
                      <a:pt x="0" y="162878"/>
                    </a:moveTo>
                    <a:lnTo>
                      <a:pt x="141923" y="135255"/>
                    </a:lnTo>
                    <a:lnTo>
                      <a:pt x="162878" y="0"/>
                    </a:lnTo>
                  </a:path>
                </a:pathLst>
              </a:custGeom>
              <a:noFill/>
              <a:ln w="23813" cap="flat">
                <a:solidFill>
                  <a:schemeClr val="accent1"/>
                </a:solidFill>
                <a:prstDash val="solid"/>
                <a:round/>
              </a:ln>
            </p:spPr>
            <p:txBody>
              <a:bodyPr rtlCol="0" anchor="ctr"/>
              <a:lstStyle/>
              <a:p>
                <a:endParaRPr lang="en-US" dirty="0"/>
              </a:p>
            </p:txBody>
          </p:sp>
        </p:grpSp>
        <p:sp>
          <p:nvSpPr>
            <p:cNvPr id="52" name="Freeform: Shape 51">
              <a:extLst>
                <a:ext uri="{FF2B5EF4-FFF2-40B4-BE49-F238E27FC236}">
                  <a16:creationId xmlns:a16="http://schemas.microsoft.com/office/drawing/2014/main" id="{D01D119F-74E1-4482-B664-AAD0BB5B651F}"/>
                </a:ext>
              </a:extLst>
            </p:cNvPr>
            <p:cNvSpPr/>
            <p:nvPr/>
          </p:nvSpPr>
          <p:spPr>
            <a:xfrm>
              <a:off x="1334697" y="5102537"/>
              <a:ext cx="360000" cy="360000"/>
            </a:xfrm>
            <a:custGeom>
              <a:avLst/>
              <a:gdLst>
                <a:gd name="connsiteX0" fmla="*/ 0 w 360000"/>
                <a:gd name="connsiteY0" fmla="*/ 0 h 360000"/>
                <a:gd name="connsiteX1" fmla="*/ 185104 w 360000"/>
                <a:gd name="connsiteY1" fmla="*/ 0 h 360000"/>
                <a:gd name="connsiteX2" fmla="*/ 185104 w 360000"/>
                <a:gd name="connsiteY2" fmla="*/ 172694 h 360000"/>
                <a:gd name="connsiteX3" fmla="*/ 360000 w 360000"/>
                <a:gd name="connsiteY3" fmla="*/ 172694 h 360000"/>
                <a:gd name="connsiteX4" fmla="*/ 360000 w 360000"/>
                <a:gd name="connsiteY4" fmla="*/ 360000 h 360000"/>
                <a:gd name="connsiteX5" fmla="*/ 0 w 360000"/>
                <a:gd name="connsiteY5" fmla="*/ 360000 h 360000"/>
                <a:gd name="connsiteX0" fmla="*/ 185104 w 360000"/>
                <a:gd name="connsiteY0" fmla="*/ 172694 h 360000"/>
                <a:gd name="connsiteX1" fmla="*/ 360000 w 360000"/>
                <a:gd name="connsiteY1" fmla="*/ 172694 h 360000"/>
                <a:gd name="connsiteX2" fmla="*/ 360000 w 360000"/>
                <a:gd name="connsiteY2" fmla="*/ 360000 h 360000"/>
                <a:gd name="connsiteX3" fmla="*/ 0 w 360000"/>
                <a:gd name="connsiteY3" fmla="*/ 360000 h 360000"/>
                <a:gd name="connsiteX4" fmla="*/ 0 w 360000"/>
                <a:gd name="connsiteY4" fmla="*/ 0 h 360000"/>
                <a:gd name="connsiteX5" fmla="*/ 185104 w 360000"/>
                <a:gd name="connsiteY5" fmla="*/ 0 h 360000"/>
                <a:gd name="connsiteX6" fmla="*/ 276544 w 360000"/>
                <a:gd name="connsiteY6" fmla="*/ 264134 h 360000"/>
                <a:gd name="connsiteX0" fmla="*/ 185104 w 360000"/>
                <a:gd name="connsiteY0" fmla="*/ 172694 h 360000"/>
                <a:gd name="connsiteX1" fmla="*/ 360000 w 360000"/>
                <a:gd name="connsiteY1" fmla="*/ 172694 h 360000"/>
                <a:gd name="connsiteX2" fmla="*/ 360000 w 360000"/>
                <a:gd name="connsiteY2" fmla="*/ 360000 h 360000"/>
                <a:gd name="connsiteX3" fmla="*/ 0 w 360000"/>
                <a:gd name="connsiteY3" fmla="*/ 360000 h 360000"/>
                <a:gd name="connsiteX4" fmla="*/ 0 w 360000"/>
                <a:gd name="connsiteY4" fmla="*/ 0 h 360000"/>
                <a:gd name="connsiteX5" fmla="*/ 185104 w 360000"/>
                <a:gd name="connsiteY5" fmla="*/ 0 h 360000"/>
                <a:gd name="connsiteX0" fmla="*/ 360000 w 360000"/>
                <a:gd name="connsiteY0" fmla="*/ 172694 h 360000"/>
                <a:gd name="connsiteX1" fmla="*/ 360000 w 360000"/>
                <a:gd name="connsiteY1" fmla="*/ 360000 h 360000"/>
                <a:gd name="connsiteX2" fmla="*/ 0 w 360000"/>
                <a:gd name="connsiteY2" fmla="*/ 360000 h 360000"/>
                <a:gd name="connsiteX3" fmla="*/ 0 w 360000"/>
                <a:gd name="connsiteY3" fmla="*/ 0 h 360000"/>
                <a:gd name="connsiteX4" fmla="*/ 185104 w 360000"/>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000" h="360000">
                  <a:moveTo>
                    <a:pt x="360000" y="172694"/>
                  </a:moveTo>
                  <a:lnTo>
                    <a:pt x="360000" y="360000"/>
                  </a:lnTo>
                  <a:lnTo>
                    <a:pt x="0" y="360000"/>
                  </a:lnTo>
                  <a:lnTo>
                    <a:pt x="0" y="0"/>
                  </a:lnTo>
                  <a:lnTo>
                    <a:pt x="185104" y="0"/>
                  </a:lnTo>
                </a:path>
              </a:pathLst>
            </a:custGeom>
            <a:noFill/>
            <a:ln w="9525" cap="flat">
              <a:solidFill>
                <a:schemeClr val="bg1">
                  <a:lumMod val="75000"/>
                </a:schemeClr>
              </a:solidFill>
              <a:prstDash val="solid"/>
              <a:miter/>
            </a:ln>
          </p:spPr>
          <p:txBody>
            <a:bodyPr rtlCol="0" anchor="ctr"/>
            <a:lstStyle/>
            <a:p>
              <a:endParaRPr lang="en-US" dirty="0"/>
            </a:p>
          </p:txBody>
        </p:sp>
      </p:grpSp>
      <p:grpSp>
        <p:nvGrpSpPr>
          <p:cNvPr id="55" name="Group 54" descr="Icon Person">
            <a:extLst>
              <a:ext uri="{FF2B5EF4-FFF2-40B4-BE49-F238E27FC236}">
                <a16:creationId xmlns:a16="http://schemas.microsoft.com/office/drawing/2014/main" id="{9E1A2D9D-4A3F-4720-9A14-FFD74FC5C7A2}"/>
              </a:ext>
            </a:extLst>
          </p:cNvPr>
          <p:cNvGrpSpPr/>
          <p:nvPr/>
        </p:nvGrpSpPr>
        <p:grpSpPr>
          <a:xfrm>
            <a:off x="1365937" y="4611901"/>
            <a:ext cx="297521" cy="297521"/>
            <a:chOff x="1334697" y="4580661"/>
            <a:chExt cx="360000" cy="360000"/>
          </a:xfrm>
        </p:grpSpPr>
        <p:grpSp>
          <p:nvGrpSpPr>
            <p:cNvPr id="56" name="Group 55">
              <a:extLst>
                <a:ext uri="{FF2B5EF4-FFF2-40B4-BE49-F238E27FC236}">
                  <a16:creationId xmlns:a16="http://schemas.microsoft.com/office/drawing/2014/main" id="{FBC59C07-FDEC-40D0-BE4E-E1FAC0DEBC4A}"/>
                </a:ext>
              </a:extLst>
            </p:cNvPr>
            <p:cNvGrpSpPr/>
            <p:nvPr/>
          </p:nvGrpSpPr>
          <p:grpSpPr>
            <a:xfrm>
              <a:off x="1421012" y="4633770"/>
              <a:ext cx="180975" cy="231458"/>
              <a:chOff x="1443237" y="4633770"/>
              <a:chExt cx="180975" cy="231458"/>
            </a:xfrm>
          </p:grpSpPr>
          <p:sp>
            <p:nvSpPr>
              <p:cNvPr id="58" name="Freeform: Shape 57">
                <a:extLst>
                  <a:ext uri="{FF2B5EF4-FFF2-40B4-BE49-F238E27FC236}">
                    <a16:creationId xmlns:a16="http://schemas.microsoft.com/office/drawing/2014/main" id="{15EC7012-98A7-4A94-8CC9-0EC3408A6BC4}"/>
                  </a:ext>
                </a:extLst>
              </p:cNvPr>
              <p:cNvSpPr/>
              <p:nvPr/>
            </p:nvSpPr>
            <p:spPr>
              <a:xfrm>
                <a:off x="1478479" y="4633770"/>
                <a:ext cx="114300" cy="114300"/>
              </a:xfrm>
              <a:custGeom>
                <a:avLst/>
                <a:gdLst>
                  <a:gd name="connsiteX0" fmla="*/ 118110 w 114300"/>
                  <a:gd name="connsiteY0" fmla="*/ 59055 h 114300"/>
                  <a:gd name="connsiteX1" fmla="*/ 59055 w 114300"/>
                  <a:gd name="connsiteY1" fmla="*/ 118110 h 114300"/>
                  <a:gd name="connsiteX2" fmla="*/ 0 w 114300"/>
                  <a:gd name="connsiteY2" fmla="*/ 59055 h 114300"/>
                  <a:gd name="connsiteX3" fmla="*/ 59055 w 114300"/>
                  <a:gd name="connsiteY3" fmla="*/ 0 h 114300"/>
                  <a:gd name="connsiteX4" fmla="*/ 118110 w 114300"/>
                  <a:gd name="connsiteY4" fmla="*/ 59055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8110" y="59055"/>
                    </a:moveTo>
                    <a:cubicBezTo>
                      <a:pt x="118110" y="91440"/>
                      <a:pt x="91440" y="118110"/>
                      <a:pt x="59055" y="118110"/>
                    </a:cubicBezTo>
                    <a:cubicBezTo>
                      <a:pt x="26670" y="118110"/>
                      <a:pt x="0" y="91440"/>
                      <a:pt x="0" y="59055"/>
                    </a:cubicBezTo>
                    <a:cubicBezTo>
                      <a:pt x="0" y="26670"/>
                      <a:pt x="26670" y="0"/>
                      <a:pt x="59055" y="0"/>
                    </a:cubicBezTo>
                    <a:cubicBezTo>
                      <a:pt x="91440" y="0"/>
                      <a:pt x="118110" y="25718"/>
                      <a:pt x="118110" y="59055"/>
                    </a:cubicBezTo>
                    <a:close/>
                  </a:path>
                </a:pathLst>
              </a:custGeom>
              <a:noFill/>
              <a:ln w="23813" cap="flat">
                <a:solidFill>
                  <a:schemeClr val="accent1"/>
                </a:solid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E519FE88-ED74-4D46-86D2-F2530BE46026}"/>
                  </a:ext>
                </a:extLst>
              </p:cNvPr>
              <p:cNvSpPr/>
              <p:nvPr/>
            </p:nvSpPr>
            <p:spPr>
              <a:xfrm>
                <a:off x="1443237" y="4798553"/>
                <a:ext cx="180975" cy="66675"/>
              </a:xfrm>
              <a:custGeom>
                <a:avLst/>
                <a:gdLst>
                  <a:gd name="connsiteX0" fmla="*/ 0 w 180975"/>
                  <a:gd name="connsiteY0" fmla="*/ 72390 h 66675"/>
                  <a:gd name="connsiteX1" fmla="*/ 94298 w 180975"/>
                  <a:gd name="connsiteY1" fmla="*/ 0 h 66675"/>
                  <a:gd name="connsiteX2" fmla="*/ 188595 w 180975"/>
                  <a:gd name="connsiteY2" fmla="*/ 72390 h 66675"/>
                </a:gdLst>
                <a:ahLst/>
                <a:cxnLst>
                  <a:cxn ang="0">
                    <a:pos x="connsiteX0" y="connsiteY0"/>
                  </a:cxn>
                  <a:cxn ang="0">
                    <a:pos x="connsiteX1" y="connsiteY1"/>
                  </a:cxn>
                  <a:cxn ang="0">
                    <a:pos x="connsiteX2" y="connsiteY2"/>
                  </a:cxn>
                </a:cxnLst>
                <a:rect l="l" t="t" r="r" b="b"/>
                <a:pathLst>
                  <a:path w="180975" h="66675">
                    <a:moveTo>
                      <a:pt x="0" y="72390"/>
                    </a:moveTo>
                    <a:cubicBezTo>
                      <a:pt x="0" y="20955"/>
                      <a:pt x="41910" y="0"/>
                      <a:pt x="94298" y="0"/>
                    </a:cubicBezTo>
                    <a:cubicBezTo>
                      <a:pt x="146685" y="0"/>
                      <a:pt x="188595" y="20955"/>
                      <a:pt x="188595" y="72390"/>
                    </a:cubicBezTo>
                  </a:path>
                </a:pathLst>
              </a:custGeom>
              <a:noFill/>
              <a:ln w="23813" cap="flat">
                <a:solidFill>
                  <a:schemeClr val="accent1"/>
                </a:solidFill>
                <a:prstDash val="solid"/>
                <a:miter/>
              </a:ln>
            </p:spPr>
            <p:txBody>
              <a:bodyPr rtlCol="0" anchor="ctr"/>
              <a:lstStyle/>
              <a:p>
                <a:endParaRPr lang="en-US" dirty="0"/>
              </a:p>
            </p:txBody>
          </p:sp>
        </p:grpSp>
        <p:sp>
          <p:nvSpPr>
            <p:cNvPr id="57" name="Freeform: Shape 56">
              <a:extLst>
                <a:ext uri="{FF2B5EF4-FFF2-40B4-BE49-F238E27FC236}">
                  <a16:creationId xmlns:a16="http://schemas.microsoft.com/office/drawing/2014/main" id="{03AF6D1D-DE4A-460B-A540-E7DACF1F333F}"/>
                </a:ext>
              </a:extLst>
            </p:cNvPr>
            <p:cNvSpPr/>
            <p:nvPr/>
          </p:nvSpPr>
          <p:spPr>
            <a:xfrm>
              <a:off x="1334697" y="4580661"/>
              <a:ext cx="360000" cy="360000"/>
            </a:xfrm>
            <a:custGeom>
              <a:avLst/>
              <a:gdLst>
                <a:gd name="connsiteX0" fmla="*/ 0 w 360000"/>
                <a:gd name="connsiteY0" fmla="*/ 0 h 360000"/>
                <a:gd name="connsiteX1" fmla="*/ 83322 w 360000"/>
                <a:gd name="connsiteY1" fmla="*/ 0 h 360000"/>
                <a:gd name="connsiteX2" fmla="*/ 83322 w 360000"/>
                <a:gd name="connsiteY2" fmla="*/ 68850 h 360000"/>
                <a:gd name="connsiteX3" fmla="*/ 276679 w 360000"/>
                <a:gd name="connsiteY3" fmla="*/ 68850 h 360000"/>
                <a:gd name="connsiteX4" fmla="*/ 276679 w 360000"/>
                <a:gd name="connsiteY4" fmla="*/ 0 h 360000"/>
                <a:gd name="connsiteX5" fmla="*/ 360000 w 360000"/>
                <a:gd name="connsiteY5" fmla="*/ 0 h 360000"/>
                <a:gd name="connsiteX6" fmla="*/ 360000 w 360000"/>
                <a:gd name="connsiteY6" fmla="*/ 360000 h 360000"/>
                <a:gd name="connsiteX7" fmla="*/ 0 w 360000"/>
                <a:gd name="connsiteY7" fmla="*/ 360000 h 360000"/>
                <a:gd name="connsiteX0" fmla="*/ 276679 w 368119"/>
                <a:gd name="connsiteY0" fmla="*/ 68850 h 360000"/>
                <a:gd name="connsiteX1" fmla="*/ 276679 w 368119"/>
                <a:gd name="connsiteY1" fmla="*/ 0 h 360000"/>
                <a:gd name="connsiteX2" fmla="*/ 360000 w 368119"/>
                <a:gd name="connsiteY2" fmla="*/ 0 h 360000"/>
                <a:gd name="connsiteX3" fmla="*/ 360000 w 368119"/>
                <a:gd name="connsiteY3" fmla="*/ 360000 h 360000"/>
                <a:gd name="connsiteX4" fmla="*/ 0 w 368119"/>
                <a:gd name="connsiteY4" fmla="*/ 360000 h 360000"/>
                <a:gd name="connsiteX5" fmla="*/ 0 w 368119"/>
                <a:gd name="connsiteY5" fmla="*/ 0 h 360000"/>
                <a:gd name="connsiteX6" fmla="*/ 83322 w 368119"/>
                <a:gd name="connsiteY6" fmla="*/ 0 h 360000"/>
                <a:gd name="connsiteX7" fmla="*/ 83322 w 368119"/>
                <a:gd name="connsiteY7" fmla="*/ 68850 h 360000"/>
                <a:gd name="connsiteX8" fmla="*/ 368119 w 368119"/>
                <a:gd name="connsiteY8" fmla="*/ 160290 h 360000"/>
                <a:gd name="connsiteX0" fmla="*/ 276679 w 360000"/>
                <a:gd name="connsiteY0" fmla="*/ 68850 h 360000"/>
                <a:gd name="connsiteX1" fmla="*/ 276679 w 360000"/>
                <a:gd name="connsiteY1" fmla="*/ 0 h 360000"/>
                <a:gd name="connsiteX2" fmla="*/ 360000 w 360000"/>
                <a:gd name="connsiteY2" fmla="*/ 0 h 360000"/>
                <a:gd name="connsiteX3" fmla="*/ 360000 w 360000"/>
                <a:gd name="connsiteY3" fmla="*/ 360000 h 360000"/>
                <a:gd name="connsiteX4" fmla="*/ 0 w 360000"/>
                <a:gd name="connsiteY4" fmla="*/ 360000 h 360000"/>
                <a:gd name="connsiteX5" fmla="*/ 0 w 360000"/>
                <a:gd name="connsiteY5" fmla="*/ 0 h 360000"/>
                <a:gd name="connsiteX6" fmla="*/ 83322 w 360000"/>
                <a:gd name="connsiteY6" fmla="*/ 0 h 360000"/>
                <a:gd name="connsiteX7" fmla="*/ 83322 w 360000"/>
                <a:gd name="connsiteY7" fmla="*/ 68850 h 360000"/>
                <a:gd name="connsiteX0" fmla="*/ 276679 w 360000"/>
                <a:gd name="connsiteY0" fmla="*/ 68850 h 360000"/>
                <a:gd name="connsiteX1" fmla="*/ 276679 w 360000"/>
                <a:gd name="connsiteY1" fmla="*/ 0 h 360000"/>
                <a:gd name="connsiteX2" fmla="*/ 360000 w 360000"/>
                <a:gd name="connsiteY2" fmla="*/ 0 h 360000"/>
                <a:gd name="connsiteX3" fmla="*/ 360000 w 360000"/>
                <a:gd name="connsiteY3" fmla="*/ 360000 h 360000"/>
                <a:gd name="connsiteX4" fmla="*/ 0 w 360000"/>
                <a:gd name="connsiteY4" fmla="*/ 360000 h 360000"/>
                <a:gd name="connsiteX5" fmla="*/ 0 w 360000"/>
                <a:gd name="connsiteY5" fmla="*/ 0 h 360000"/>
                <a:gd name="connsiteX6" fmla="*/ 83322 w 360000"/>
                <a:gd name="connsiteY6" fmla="*/ 0 h 360000"/>
                <a:gd name="connsiteX0" fmla="*/ 276679 w 360000"/>
                <a:gd name="connsiteY0" fmla="*/ 0 h 360000"/>
                <a:gd name="connsiteX1" fmla="*/ 360000 w 360000"/>
                <a:gd name="connsiteY1" fmla="*/ 0 h 360000"/>
                <a:gd name="connsiteX2" fmla="*/ 360000 w 360000"/>
                <a:gd name="connsiteY2" fmla="*/ 360000 h 360000"/>
                <a:gd name="connsiteX3" fmla="*/ 0 w 360000"/>
                <a:gd name="connsiteY3" fmla="*/ 360000 h 360000"/>
                <a:gd name="connsiteX4" fmla="*/ 0 w 360000"/>
                <a:gd name="connsiteY4" fmla="*/ 0 h 360000"/>
                <a:gd name="connsiteX5" fmla="*/ 83322 w 360000"/>
                <a:gd name="connsiteY5" fmla="*/ 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0000" h="360000">
                  <a:moveTo>
                    <a:pt x="276679" y="0"/>
                  </a:moveTo>
                  <a:lnTo>
                    <a:pt x="360000" y="0"/>
                  </a:lnTo>
                  <a:lnTo>
                    <a:pt x="360000" y="360000"/>
                  </a:lnTo>
                  <a:lnTo>
                    <a:pt x="0" y="360000"/>
                  </a:lnTo>
                  <a:lnTo>
                    <a:pt x="0" y="0"/>
                  </a:lnTo>
                  <a:lnTo>
                    <a:pt x="83322" y="0"/>
                  </a:lnTo>
                </a:path>
              </a:pathLst>
            </a:custGeom>
            <a:noFill/>
            <a:ln w="9525" cap="flat">
              <a:solidFill>
                <a:schemeClr val="bg1">
                  <a:lumMod val="75000"/>
                </a:schemeClr>
              </a:solidFill>
              <a:prstDash val="solid"/>
              <a:miter/>
            </a:ln>
          </p:spPr>
          <p:txBody>
            <a:bodyPr rtlCol="0" anchor="ctr"/>
            <a:lstStyle/>
            <a:p>
              <a:endParaRPr lang="en-US" dirty="0"/>
            </a:p>
          </p:txBody>
        </p:sp>
      </p:grpSp>
      <p:pic>
        <p:nvPicPr>
          <p:cNvPr id="8" name="Graphic 7" descr="Network with solid fill">
            <a:extLst>
              <a:ext uri="{FF2B5EF4-FFF2-40B4-BE49-F238E27FC236}">
                <a16:creationId xmlns:a16="http://schemas.microsoft.com/office/drawing/2014/main" id="{05737FE2-1B11-C79A-0575-504DF09120B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65937" y="6203694"/>
            <a:ext cx="298800" cy="297521"/>
          </a:xfrm>
          <a:prstGeom prst="rect">
            <a:avLst/>
          </a:prstGeom>
        </p:spPr>
      </p:pic>
      <p:sp>
        <p:nvSpPr>
          <p:cNvPr id="2" name="Rectangle 1">
            <a:extLst>
              <a:ext uri="{FF2B5EF4-FFF2-40B4-BE49-F238E27FC236}">
                <a16:creationId xmlns:a16="http://schemas.microsoft.com/office/drawing/2014/main" id="{22AE993B-776D-4FAF-B1AD-3A3FE28323CD}"/>
              </a:ext>
            </a:extLst>
          </p:cNvPr>
          <p:cNvSpPr/>
          <p:nvPr/>
        </p:nvSpPr>
        <p:spPr>
          <a:xfrm>
            <a:off x="1373695" y="6224630"/>
            <a:ext cx="289763" cy="297521"/>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 Placeholder 5">
            <a:extLst>
              <a:ext uri="{FF2B5EF4-FFF2-40B4-BE49-F238E27FC236}">
                <a16:creationId xmlns:a16="http://schemas.microsoft.com/office/drawing/2014/main" id="{E6726838-D173-BAFB-F874-6B9D76DF482B}"/>
              </a:ext>
            </a:extLst>
          </p:cNvPr>
          <p:cNvSpPr txBox="1">
            <a:spLocks/>
          </p:cNvSpPr>
          <p:nvPr/>
        </p:nvSpPr>
        <p:spPr>
          <a:xfrm>
            <a:off x="1884430" y="6224630"/>
            <a:ext cx="7587116" cy="476421"/>
          </a:xfrm>
          <a:prstGeom prst="rect">
            <a:avLst/>
          </a:prstGeom>
          <a:ln>
            <a:noFill/>
          </a:ln>
        </p:spPr>
        <p:txBody>
          <a:bodyPr vert="horz" lIns="0" tIns="0" rIns="0" bIns="0" rtlCol="0" anchor="t">
            <a:noAutofit/>
          </a:bodyPr>
          <a:lstStyle>
            <a:lvl1pPr marL="0" indent="0" algn="l" defTabSz="914400" rtl="0" eaLnBrk="1" latinLnBrk="0" hangingPunct="1">
              <a:lnSpc>
                <a:spcPct val="100000"/>
              </a:lnSpc>
              <a:spcBef>
                <a:spcPts val="0"/>
              </a:spcBef>
              <a:spcAft>
                <a:spcPts val="1000"/>
              </a:spcAft>
              <a:buClr>
                <a:schemeClr val="accent2"/>
              </a:buClr>
              <a:buFont typeface="Arial" panose="020B0604020202020204" pitchFamily="34" charset="0"/>
              <a:buNone/>
              <a:defRPr sz="1600" kern="1200">
                <a:solidFill>
                  <a:schemeClr val="bg1"/>
                </a:solidFill>
                <a:latin typeface="+mn-lt"/>
                <a:ea typeface="+mn-ea"/>
                <a:cs typeface="+mn-cs"/>
              </a:defRPr>
            </a:lvl1pPr>
            <a:lvl2pPr marL="266700" indent="0" algn="l" defTabSz="914400" rtl="0" eaLnBrk="1" latinLnBrk="0" hangingPunct="1">
              <a:lnSpc>
                <a:spcPct val="100000"/>
              </a:lnSpc>
              <a:spcBef>
                <a:spcPts val="0"/>
              </a:spcBef>
              <a:spcAft>
                <a:spcPts val="1000"/>
              </a:spcAft>
              <a:buClr>
                <a:schemeClr val="accent2"/>
              </a:buClr>
              <a:buFontTx/>
              <a:buNone/>
              <a:defRPr sz="1400" kern="1200">
                <a:solidFill>
                  <a:schemeClr val="accent1"/>
                </a:solidFill>
                <a:latin typeface="+mn-lt"/>
                <a:ea typeface="+mn-ea"/>
                <a:cs typeface="+mn-cs"/>
              </a:defRPr>
            </a:lvl2pPr>
            <a:lvl3pPr marL="447675" indent="0"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None/>
              <a:defRPr sz="1200" kern="1200">
                <a:solidFill>
                  <a:schemeClr val="accent1"/>
                </a:solidFill>
                <a:latin typeface="+mn-lt"/>
                <a:ea typeface="+mn-ea"/>
                <a:cs typeface="+mn-cs"/>
              </a:defRPr>
            </a:lvl3pPr>
            <a:lvl4pPr marL="628650" indent="0"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None/>
              <a:defRPr sz="1000" kern="1200">
                <a:solidFill>
                  <a:schemeClr val="accent1"/>
                </a:solidFill>
                <a:latin typeface="+mn-lt"/>
                <a:ea typeface="+mn-ea"/>
                <a:cs typeface="+mn-cs"/>
              </a:defRPr>
            </a:lvl4pPr>
            <a:lvl5pPr marL="809625" indent="0" algn="l" defTabSz="914400" rtl="0" eaLnBrk="1" latinLnBrk="0" hangingPunct="1">
              <a:lnSpc>
                <a:spcPct val="100000"/>
              </a:lnSpc>
              <a:spcBef>
                <a:spcPts val="0"/>
              </a:spcBef>
              <a:spcAft>
                <a:spcPts val="1000"/>
              </a:spcAft>
              <a:buFont typeface="Arial" panose="020B0604020202020204" pitchFamily="34" charset="0"/>
              <a:buNone/>
              <a:defRPr sz="10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https://github.com/PornimaaS-050421/Project1_Healthcare_Dataset_Analysis_2024</a:t>
            </a:r>
          </a:p>
        </p:txBody>
      </p:sp>
      <p:sp>
        <p:nvSpPr>
          <p:cNvPr id="12" name="Slide Number Placeholder 4">
            <a:extLst>
              <a:ext uri="{FF2B5EF4-FFF2-40B4-BE49-F238E27FC236}">
                <a16:creationId xmlns:a16="http://schemas.microsoft.com/office/drawing/2014/main" id="{E77F59C8-6E64-55C5-FB00-D5CEDC798DEA}"/>
              </a:ext>
            </a:extLst>
          </p:cNvPr>
          <p:cNvSpPr txBox="1">
            <a:spLocks/>
          </p:cNvSpPr>
          <p:nvPr/>
        </p:nvSpPr>
        <p:spPr>
          <a:xfrm>
            <a:off x="11575764" y="6241764"/>
            <a:ext cx="270474" cy="270474"/>
          </a:xfrm>
          <a:prstGeom prst="ellipse">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3476954114"/>
      </p:ext>
    </p:extLst>
  </p:cSld>
  <p:clrMapOvr>
    <a:masterClrMapping/>
  </p:clrMapOvr>
</p:sld>
</file>

<file path=ppt/theme/theme1.xml><?xml version="1.0" encoding="utf-8"?>
<a:theme xmlns:a="http://schemas.openxmlformats.org/drawingml/2006/main" name="Office Theme">
  <a:themeElements>
    <a:clrScheme name="MS Healthcare Pitch">
      <a:dk1>
        <a:sysClr val="windowText" lastClr="000000"/>
      </a:dk1>
      <a:lt1>
        <a:sysClr val="window" lastClr="FFFFFF"/>
      </a:lt1>
      <a:dk2>
        <a:srgbClr val="00292E"/>
      </a:dk2>
      <a:lt2>
        <a:srgbClr val="64B2C1"/>
      </a:lt2>
      <a:accent1>
        <a:srgbClr val="F0CDA1"/>
      </a:accent1>
      <a:accent2>
        <a:srgbClr val="107082"/>
      </a:accent2>
      <a:accent3>
        <a:srgbClr val="054854"/>
      </a:accent3>
      <a:accent4>
        <a:srgbClr val="00AEEF"/>
      </a:accent4>
      <a:accent5>
        <a:srgbClr val="F99927"/>
      </a:accent5>
      <a:accent6>
        <a:srgbClr val="EC7216"/>
      </a:accent6>
      <a:hlink>
        <a:srgbClr val="000000"/>
      </a:hlink>
      <a:folHlink>
        <a:srgbClr val="000000"/>
      </a:folHlink>
    </a:clrScheme>
    <a:fontScheme name="MS Healthcare Pitch">
      <a:majorFont>
        <a:latin typeface="Gill Sans MT"/>
        <a:ea typeface=""/>
        <a:cs typeface=""/>
      </a:majorFont>
      <a:minorFont>
        <a:latin typeface="Arial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chemeClr val="tx2"/>
            </a:gs>
            <a:gs pos="100000">
              <a:schemeClr val="accent2"/>
            </a:gs>
          </a:gsLst>
          <a:lin ang="14400000" scaled="0"/>
        </a:gra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MB Healthcare Pitch Deck SB_v3" id="{F20654C3-30CB-4A23-AE37-CA3918CCFD51}" vid="{71C4247B-9648-406B-9B0E-E7124027980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533BAED8-F9E7-4D41-86E9-333473F909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C66BDC7-24D2-4343-8D41-18F9C23F860A}">
  <ds:schemaRefs>
    <ds:schemaRef ds:uri="http://schemas.microsoft.com/sharepoint/v3/contenttype/forms"/>
  </ds:schemaRefs>
</ds:datastoreItem>
</file>

<file path=customXml/itemProps3.xml><?xml version="1.0" encoding="utf-8"?>
<ds:datastoreItem xmlns:ds="http://schemas.openxmlformats.org/officeDocument/2006/customXml" ds:itemID="{AF4BDB64-2AF8-42D4-96C8-B6B6F098993C}">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Ion</Template>
  <TotalTime>1511</TotalTime>
  <Words>741</Words>
  <Application>Microsoft Office PowerPoint</Application>
  <PresentationFormat>Widescreen</PresentationFormat>
  <Paragraphs>133</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Arial </vt:lpstr>
      <vt:lpstr>Calibri</vt:lpstr>
      <vt:lpstr>Courier New</vt:lpstr>
      <vt:lpstr>Gill Sans MT</vt:lpstr>
      <vt:lpstr>Wingdings</vt:lpstr>
      <vt:lpstr>Office Theme</vt:lpstr>
      <vt:lpstr>Healthcare Dataset analysis</vt:lpstr>
      <vt:lpstr>OUR BIG  IDEA</vt:lpstr>
      <vt:lpstr>objectives</vt:lpstr>
      <vt:lpstr>OUR SERVICES</vt:lpstr>
      <vt:lpstr>blank fills</vt:lpstr>
      <vt:lpstr>Client requirements</vt:lpstr>
      <vt:lpstr>hospital outlook</vt:lpstr>
      <vt:lpstr>PowerPoint Presentation</vt:lpstr>
      <vt:lpstr>Cleaned Dataset MODEL</vt:lpstr>
      <vt:lpstr>Revenue by Department</vt:lpstr>
      <vt:lpstr>MAJOR eXPLANATION 1</vt:lpstr>
      <vt:lpstr>Patient Geographic Distribution</vt:lpstr>
      <vt:lpstr>MAJOR eXPLANATION 2</vt:lpstr>
      <vt:lpstr>Doctor  average Feedback Scores</vt:lpstr>
      <vt:lpstr>MAJOR eXPLANATION 3</vt:lpstr>
      <vt:lpstr>Insurance Provider Mix</vt:lpstr>
      <vt:lpstr>MAJOR eXPLANATION 4</vt:lpstr>
      <vt:lpstr>Admission  Types</vt:lpstr>
      <vt:lpstr>MAJOR eXPLANATION 5</vt:lpstr>
      <vt:lpstr>DASHBOARD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Pornimaa S</dc:creator>
  <cp:lastModifiedBy>Pornimaa S</cp:lastModifiedBy>
  <cp:revision>8</cp:revision>
  <dcterms:created xsi:type="dcterms:W3CDTF">2026-03-11T15:08:42Z</dcterms:created>
  <dcterms:modified xsi:type="dcterms:W3CDTF">2026-03-18T13:20:15Z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